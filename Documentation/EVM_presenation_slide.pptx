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2"/>
  </p:notesMasterIdLst>
  <p:sldIdLst>
    <p:sldId id="256" r:id="rId2"/>
    <p:sldId id="259" r:id="rId3"/>
    <p:sldId id="258" r:id="rId4"/>
    <p:sldId id="261" r:id="rId5"/>
    <p:sldId id="272" r:id="rId6"/>
    <p:sldId id="273" r:id="rId7"/>
    <p:sldId id="274" r:id="rId8"/>
    <p:sldId id="275" r:id="rId9"/>
    <p:sldId id="280" r:id="rId10"/>
    <p:sldId id="260" r:id="rId11"/>
    <p:sldId id="264" r:id="rId12"/>
    <p:sldId id="267" r:id="rId13"/>
    <p:sldId id="263" r:id="rId14"/>
    <p:sldId id="271" r:id="rId15"/>
    <p:sldId id="279" r:id="rId16"/>
    <p:sldId id="277" r:id="rId17"/>
    <p:sldId id="276" r:id="rId18"/>
    <p:sldId id="268" r:id="rId19"/>
    <p:sldId id="265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9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15"/>
    <p:restoredTop sz="94556"/>
  </p:normalViewPr>
  <p:slideViewPr>
    <p:cSldViewPr snapToGrid="0">
      <p:cViewPr varScale="1">
        <p:scale>
          <a:sx n="97" d="100"/>
          <a:sy n="97" d="100"/>
        </p:scale>
        <p:origin x="1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image" Target="../media/image7.jpeg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10" Type="http://schemas.openxmlformats.org/officeDocument/2006/relationships/image" Target="../media/image15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image" Target="../media/image7.jpeg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10" Type="http://schemas.openxmlformats.org/officeDocument/2006/relationships/image" Target="../media/image15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B90BDA-C7A6-5F4E-8FBD-913EDE58977B}" type="doc">
      <dgm:prSet loTypeId="urn:microsoft.com/office/officeart/2008/layout/Lin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B6D3B1-0D92-E84B-88A5-A33659E0F3FB}">
      <dgm:prSet/>
      <dgm:spPr/>
      <dgm:t>
        <a:bodyPr/>
        <a:lstStyle/>
        <a:p>
          <a:pPr algn="l">
            <a:buNone/>
          </a:pPr>
          <a:r>
            <a:rPr lang="en-US" b="1"/>
            <a:t>Importance of Voting:</a:t>
          </a:r>
          <a:r>
            <a:rPr lang="en-US"/>
            <a:t> Voting is the essential foundation of democracy, allowing citizens to select their leadership and shape their future.</a:t>
          </a:r>
          <a:endParaRPr lang="en-US" dirty="0"/>
        </a:p>
      </dgm:t>
    </dgm:pt>
    <dgm:pt modelId="{4D78C10A-CA71-9D44-8013-E96810BCC5C5}" type="parTrans" cxnId="{E3414ED9-EEEA-FD4E-9AE6-A67F1820EB62}">
      <dgm:prSet/>
      <dgm:spPr/>
      <dgm:t>
        <a:bodyPr/>
        <a:lstStyle/>
        <a:p>
          <a:endParaRPr lang="en-US"/>
        </a:p>
      </dgm:t>
    </dgm:pt>
    <dgm:pt modelId="{066C7455-8FCE-774F-ADBC-08BD8A0BDB5E}" type="sibTrans" cxnId="{E3414ED9-EEEA-FD4E-9AE6-A67F1820EB62}">
      <dgm:prSet/>
      <dgm:spPr/>
      <dgm:t>
        <a:bodyPr/>
        <a:lstStyle/>
        <a:p>
          <a:endParaRPr lang="en-US"/>
        </a:p>
      </dgm:t>
    </dgm:pt>
    <dgm:pt modelId="{2DF74D39-B917-7747-9D48-4B4E0B80F8C8}">
      <dgm:prSet/>
      <dgm:spPr/>
      <dgm:t>
        <a:bodyPr/>
        <a:lstStyle/>
        <a:p>
          <a:pPr>
            <a:buNone/>
          </a:pPr>
          <a:r>
            <a:rPr lang="en-US" b="1"/>
            <a:t>Problems of Traditional Voting:</a:t>
          </a:r>
          <a:r>
            <a:rPr lang="en-US"/>
            <a:t> Manual systems suffer from human error and "proxy voting," where the lack of secure identification allows unauthorized individuals to cast multiple ballots.</a:t>
          </a:r>
        </a:p>
      </dgm:t>
    </dgm:pt>
    <dgm:pt modelId="{7B91832F-7813-7449-80A0-B5C08C57EA8A}" type="parTrans" cxnId="{5D871C78-A1B9-584A-BCC5-36EEB22B4AF9}">
      <dgm:prSet/>
      <dgm:spPr/>
      <dgm:t>
        <a:bodyPr/>
        <a:lstStyle/>
        <a:p>
          <a:endParaRPr lang="en-US"/>
        </a:p>
      </dgm:t>
    </dgm:pt>
    <dgm:pt modelId="{06DADC5B-992A-3642-A224-81931B5984C8}" type="sibTrans" cxnId="{5D871C78-A1B9-584A-BCC5-36EEB22B4AF9}">
      <dgm:prSet/>
      <dgm:spPr/>
      <dgm:t>
        <a:bodyPr/>
        <a:lstStyle/>
        <a:p>
          <a:endParaRPr lang="en-US"/>
        </a:p>
      </dgm:t>
    </dgm:pt>
    <dgm:pt modelId="{CCB80751-BE57-CD4C-8153-645744A91E18}">
      <dgm:prSet/>
      <dgm:spPr/>
      <dgm:t>
        <a:bodyPr/>
        <a:lstStyle/>
        <a:p>
          <a:pPr>
            <a:buNone/>
          </a:pPr>
          <a:r>
            <a:rPr lang="en-US" b="1"/>
            <a:t>Electronic Voting System Idea:</a:t>
          </a:r>
          <a:r>
            <a:rPr lang="en-US"/>
            <a:t> This project proposes a digital solution to automate voter verification and eliminate physical tampering.</a:t>
          </a:r>
        </a:p>
      </dgm:t>
    </dgm:pt>
    <dgm:pt modelId="{671C4F70-D26F-964E-962E-AF16C94CE2EE}" type="parTrans" cxnId="{1A1D64DF-BC82-7A4B-BBF1-F97818FAA2CC}">
      <dgm:prSet/>
      <dgm:spPr/>
      <dgm:t>
        <a:bodyPr/>
        <a:lstStyle/>
        <a:p>
          <a:endParaRPr lang="en-US"/>
        </a:p>
      </dgm:t>
    </dgm:pt>
    <dgm:pt modelId="{5327967B-3EAE-8F46-A95E-22812B3A4400}" type="sibTrans" cxnId="{1A1D64DF-BC82-7A4B-BBF1-F97818FAA2CC}">
      <dgm:prSet/>
      <dgm:spPr/>
      <dgm:t>
        <a:bodyPr/>
        <a:lstStyle/>
        <a:p>
          <a:endParaRPr lang="en-US"/>
        </a:p>
      </dgm:t>
    </dgm:pt>
    <dgm:pt modelId="{2BED5975-EBDE-9E4A-989A-F64FD6F96AAB}">
      <dgm:prSet/>
      <dgm:spPr/>
      <dgm:t>
        <a:bodyPr/>
        <a:lstStyle/>
        <a:p>
          <a:pPr>
            <a:buNone/>
          </a:pPr>
          <a:r>
            <a:rPr lang="en-US" b="1"/>
            <a:t>Microcontroller Based Control:</a:t>
          </a:r>
          <a:r>
            <a:rPr lang="en-US"/>
            <a:t> An </a:t>
          </a:r>
          <a:r>
            <a:rPr lang="en-US" b="1"/>
            <a:t>Arduino Uno</a:t>
          </a:r>
          <a:r>
            <a:rPr lang="en-US"/>
            <a:t> serves as the central hub, managing hardware logic and locking the system against unauthorized access.</a:t>
          </a:r>
        </a:p>
      </dgm:t>
    </dgm:pt>
    <dgm:pt modelId="{FD6800AD-F8B6-F94D-8943-658CAEDAA22F}" type="parTrans" cxnId="{8654602A-A185-9746-8121-F0D30026CF5D}">
      <dgm:prSet/>
      <dgm:spPr/>
      <dgm:t>
        <a:bodyPr/>
        <a:lstStyle/>
        <a:p>
          <a:endParaRPr lang="en-US"/>
        </a:p>
      </dgm:t>
    </dgm:pt>
    <dgm:pt modelId="{F37214AA-23B3-D749-A63C-BCBDAFE71917}" type="sibTrans" cxnId="{8654602A-A185-9746-8121-F0D30026CF5D}">
      <dgm:prSet/>
      <dgm:spPr/>
      <dgm:t>
        <a:bodyPr/>
        <a:lstStyle/>
        <a:p>
          <a:endParaRPr lang="en-US"/>
        </a:p>
      </dgm:t>
    </dgm:pt>
    <dgm:pt modelId="{D71A45CB-0A49-1D49-88C7-1474034D3F5D}">
      <dgm:prSet/>
      <dgm:spPr/>
      <dgm:t>
        <a:bodyPr/>
        <a:lstStyle/>
        <a:p>
          <a:pPr>
            <a:buNone/>
          </a:pPr>
          <a:r>
            <a:rPr lang="en-US" b="1"/>
            <a:t>Face Detection Concept:</a:t>
          </a:r>
          <a:r>
            <a:rPr lang="en-US"/>
            <a:t> Using </a:t>
          </a:r>
          <a:r>
            <a:rPr lang="en-US" b="1"/>
            <a:t>OpenCV</a:t>
          </a:r>
          <a:r>
            <a:rPr lang="en-US"/>
            <a:t>, the system identifies voters in real-time, replacing manual ID checks with a modern biometric gateway.</a:t>
          </a:r>
        </a:p>
      </dgm:t>
    </dgm:pt>
    <dgm:pt modelId="{77C99495-4256-EB4E-97F4-F340DA685792}" type="parTrans" cxnId="{7F101D52-97FA-414A-8485-469628D402A6}">
      <dgm:prSet/>
      <dgm:spPr/>
      <dgm:t>
        <a:bodyPr/>
        <a:lstStyle/>
        <a:p>
          <a:endParaRPr lang="en-US"/>
        </a:p>
      </dgm:t>
    </dgm:pt>
    <dgm:pt modelId="{CB8CFAE3-9FF8-0543-B1DA-ACE11ED25706}" type="sibTrans" cxnId="{7F101D52-97FA-414A-8485-469628D402A6}">
      <dgm:prSet/>
      <dgm:spPr/>
      <dgm:t>
        <a:bodyPr/>
        <a:lstStyle/>
        <a:p>
          <a:endParaRPr lang="en-US"/>
        </a:p>
      </dgm:t>
    </dgm:pt>
    <dgm:pt modelId="{1B152D99-A3A0-6147-B98C-44D58DEFF7A6}">
      <dgm:prSet/>
      <dgm:spPr/>
      <dgm:t>
        <a:bodyPr/>
        <a:lstStyle/>
        <a:p>
          <a:pPr>
            <a:buNone/>
          </a:pPr>
          <a:r>
            <a:rPr lang="en-US" b="1" dirty="0"/>
            <a:t>One Person One Vote Principle:</a:t>
          </a:r>
          <a:r>
            <a:rPr lang="en-US" dirty="0"/>
            <a:t> The system uses </a:t>
          </a:r>
          <a:r>
            <a:rPr lang="en-US" b="1" dirty="0"/>
            <a:t>EEPROM</a:t>
          </a:r>
          <a:r>
            <a:rPr lang="en-US" dirty="0"/>
            <a:t> to store a permanent "voted" flag for each ID, strictly enforcing electoral integrity.</a:t>
          </a:r>
        </a:p>
      </dgm:t>
    </dgm:pt>
    <dgm:pt modelId="{7B19DDF8-34B3-1644-953F-B845C303AFB7}" type="parTrans" cxnId="{8477D74E-8568-1A43-9712-545E33BB6B50}">
      <dgm:prSet/>
      <dgm:spPr/>
      <dgm:t>
        <a:bodyPr/>
        <a:lstStyle/>
        <a:p>
          <a:endParaRPr lang="en-US"/>
        </a:p>
      </dgm:t>
    </dgm:pt>
    <dgm:pt modelId="{04FFE2CB-EA9D-784D-AC02-7F7755FC4ACD}" type="sibTrans" cxnId="{8477D74E-8568-1A43-9712-545E33BB6B50}">
      <dgm:prSet/>
      <dgm:spPr/>
      <dgm:t>
        <a:bodyPr/>
        <a:lstStyle/>
        <a:p>
          <a:endParaRPr lang="en-US"/>
        </a:p>
      </dgm:t>
    </dgm:pt>
    <dgm:pt modelId="{3BBE844E-4580-7745-9E83-EE0E7B215D21}" type="pres">
      <dgm:prSet presAssocID="{3DB90BDA-C7A6-5F4E-8FBD-913EDE58977B}" presName="vert0" presStyleCnt="0">
        <dgm:presLayoutVars>
          <dgm:dir/>
          <dgm:animOne val="branch"/>
          <dgm:animLvl val="lvl"/>
        </dgm:presLayoutVars>
      </dgm:prSet>
      <dgm:spPr/>
    </dgm:pt>
    <dgm:pt modelId="{B183D19A-4225-D949-B4CE-D43B0CF57217}" type="pres">
      <dgm:prSet presAssocID="{28B6D3B1-0D92-E84B-88A5-A33659E0F3FB}" presName="thickLine" presStyleLbl="alignNode1" presStyleIdx="0" presStyleCnt="6"/>
      <dgm:spPr/>
    </dgm:pt>
    <dgm:pt modelId="{14D321F1-0746-464D-A4D8-439EE84B5424}" type="pres">
      <dgm:prSet presAssocID="{28B6D3B1-0D92-E84B-88A5-A33659E0F3FB}" presName="horz1" presStyleCnt="0"/>
      <dgm:spPr/>
    </dgm:pt>
    <dgm:pt modelId="{1C8A9B28-5429-5E49-A797-2CE8675E32A1}" type="pres">
      <dgm:prSet presAssocID="{28B6D3B1-0D92-E84B-88A5-A33659E0F3FB}" presName="tx1" presStyleLbl="revTx" presStyleIdx="0" presStyleCnt="6"/>
      <dgm:spPr/>
    </dgm:pt>
    <dgm:pt modelId="{3CF020D0-2FFE-EF41-8E83-33CE6FDA7ED3}" type="pres">
      <dgm:prSet presAssocID="{28B6D3B1-0D92-E84B-88A5-A33659E0F3FB}" presName="vert1" presStyleCnt="0"/>
      <dgm:spPr/>
    </dgm:pt>
    <dgm:pt modelId="{3BE95A51-961A-6249-8D9A-04B15BBDE0D8}" type="pres">
      <dgm:prSet presAssocID="{2DF74D39-B917-7747-9D48-4B4E0B80F8C8}" presName="thickLine" presStyleLbl="alignNode1" presStyleIdx="1" presStyleCnt="6"/>
      <dgm:spPr/>
    </dgm:pt>
    <dgm:pt modelId="{A092D663-BEC2-DB4E-96C5-EB36BFCE50C0}" type="pres">
      <dgm:prSet presAssocID="{2DF74D39-B917-7747-9D48-4B4E0B80F8C8}" presName="horz1" presStyleCnt="0"/>
      <dgm:spPr/>
    </dgm:pt>
    <dgm:pt modelId="{6C69E025-4E23-B14D-96A6-9E33914715B8}" type="pres">
      <dgm:prSet presAssocID="{2DF74D39-B917-7747-9D48-4B4E0B80F8C8}" presName="tx1" presStyleLbl="revTx" presStyleIdx="1" presStyleCnt="6"/>
      <dgm:spPr/>
    </dgm:pt>
    <dgm:pt modelId="{0A222CCC-61C0-BD41-A3A0-4DA93F042EA4}" type="pres">
      <dgm:prSet presAssocID="{2DF74D39-B917-7747-9D48-4B4E0B80F8C8}" presName="vert1" presStyleCnt="0"/>
      <dgm:spPr/>
    </dgm:pt>
    <dgm:pt modelId="{61F9BF2B-E5A5-D549-9B07-5477EA1F7650}" type="pres">
      <dgm:prSet presAssocID="{CCB80751-BE57-CD4C-8153-645744A91E18}" presName="thickLine" presStyleLbl="alignNode1" presStyleIdx="2" presStyleCnt="6"/>
      <dgm:spPr/>
    </dgm:pt>
    <dgm:pt modelId="{DA946851-D8BF-8F4E-BD01-8975B01D37F8}" type="pres">
      <dgm:prSet presAssocID="{CCB80751-BE57-CD4C-8153-645744A91E18}" presName="horz1" presStyleCnt="0"/>
      <dgm:spPr/>
    </dgm:pt>
    <dgm:pt modelId="{9460EB4C-EBF6-4E49-856D-CBDACDEC86DE}" type="pres">
      <dgm:prSet presAssocID="{CCB80751-BE57-CD4C-8153-645744A91E18}" presName="tx1" presStyleLbl="revTx" presStyleIdx="2" presStyleCnt="6"/>
      <dgm:spPr/>
    </dgm:pt>
    <dgm:pt modelId="{B99B7995-9772-2F49-A26E-2AF5AA79D893}" type="pres">
      <dgm:prSet presAssocID="{CCB80751-BE57-CD4C-8153-645744A91E18}" presName="vert1" presStyleCnt="0"/>
      <dgm:spPr/>
    </dgm:pt>
    <dgm:pt modelId="{6FFA058F-A948-CE4F-B343-24CC4447229E}" type="pres">
      <dgm:prSet presAssocID="{2BED5975-EBDE-9E4A-989A-F64FD6F96AAB}" presName="thickLine" presStyleLbl="alignNode1" presStyleIdx="3" presStyleCnt="6"/>
      <dgm:spPr/>
    </dgm:pt>
    <dgm:pt modelId="{ADB37FD4-1C34-5A40-952A-0ECE5454FAE0}" type="pres">
      <dgm:prSet presAssocID="{2BED5975-EBDE-9E4A-989A-F64FD6F96AAB}" presName="horz1" presStyleCnt="0"/>
      <dgm:spPr/>
    </dgm:pt>
    <dgm:pt modelId="{EA92B4F3-62ED-CA47-97CF-A484E5E75A61}" type="pres">
      <dgm:prSet presAssocID="{2BED5975-EBDE-9E4A-989A-F64FD6F96AAB}" presName="tx1" presStyleLbl="revTx" presStyleIdx="3" presStyleCnt="6"/>
      <dgm:spPr/>
    </dgm:pt>
    <dgm:pt modelId="{7B05609E-06CF-7740-AE50-58D83E78F639}" type="pres">
      <dgm:prSet presAssocID="{2BED5975-EBDE-9E4A-989A-F64FD6F96AAB}" presName="vert1" presStyleCnt="0"/>
      <dgm:spPr/>
    </dgm:pt>
    <dgm:pt modelId="{02543A1F-AC2E-C446-BEC0-86848DB067D7}" type="pres">
      <dgm:prSet presAssocID="{D71A45CB-0A49-1D49-88C7-1474034D3F5D}" presName="thickLine" presStyleLbl="alignNode1" presStyleIdx="4" presStyleCnt="6"/>
      <dgm:spPr/>
    </dgm:pt>
    <dgm:pt modelId="{BBCA991F-FF5D-544B-9581-529F3E5FE46D}" type="pres">
      <dgm:prSet presAssocID="{D71A45CB-0A49-1D49-88C7-1474034D3F5D}" presName="horz1" presStyleCnt="0"/>
      <dgm:spPr/>
    </dgm:pt>
    <dgm:pt modelId="{D0C28B91-6E52-E247-8BBC-BBBB639C9588}" type="pres">
      <dgm:prSet presAssocID="{D71A45CB-0A49-1D49-88C7-1474034D3F5D}" presName="tx1" presStyleLbl="revTx" presStyleIdx="4" presStyleCnt="6"/>
      <dgm:spPr/>
    </dgm:pt>
    <dgm:pt modelId="{E5DE4D5D-3218-DD4B-BEB9-58E202AAE82B}" type="pres">
      <dgm:prSet presAssocID="{D71A45CB-0A49-1D49-88C7-1474034D3F5D}" presName="vert1" presStyleCnt="0"/>
      <dgm:spPr/>
    </dgm:pt>
    <dgm:pt modelId="{31A007DB-2740-E041-80F8-B84A951C17F1}" type="pres">
      <dgm:prSet presAssocID="{1B152D99-A3A0-6147-B98C-44D58DEFF7A6}" presName="thickLine" presStyleLbl="alignNode1" presStyleIdx="5" presStyleCnt="6"/>
      <dgm:spPr/>
    </dgm:pt>
    <dgm:pt modelId="{F9B003CB-E619-AA42-84DB-5E043AAE44EC}" type="pres">
      <dgm:prSet presAssocID="{1B152D99-A3A0-6147-B98C-44D58DEFF7A6}" presName="horz1" presStyleCnt="0"/>
      <dgm:spPr/>
    </dgm:pt>
    <dgm:pt modelId="{375C436C-0DCF-3945-BDC3-C61138F27AA0}" type="pres">
      <dgm:prSet presAssocID="{1B152D99-A3A0-6147-B98C-44D58DEFF7A6}" presName="tx1" presStyleLbl="revTx" presStyleIdx="5" presStyleCnt="6"/>
      <dgm:spPr/>
    </dgm:pt>
    <dgm:pt modelId="{409B829B-6C95-A347-9D50-CEAD248467BB}" type="pres">
      <dgm:prSet presAssocID="{1B152D99-A3A0-6147-B98C-44D58DEFF7A6}" presName="vert1" presStyleCnt="0"/>
      <dgm:spPr/>
    </dgm:pt>
  </dgm:ptLst>
  <dgm:cxnLst>
    <dgm:cxn modelId="{8654602A-A185-9746-8121-F0D30026CF5D}" srcId="{3DB90BDA-C7A6-5F4E-8FBD-913EDE58977B}" destId="{2BED5975-EBDE-9E4A-989A-F64FD6F96AAB}" srcOrd="3" destOrd="0" parTransId="{FD6800AD-F8B6-F94D-8943-658CAEDAA22F}" sibTransId="{F37214AA-23B3-D749-A63C-BCBDAFE71917}"/>
    <dgm:cxn modelId="{99845B39-0440-914D-BB23-2A38CD17EDF5}" type="presOf" srcId="{2DF74D39-B917-7747-9D48-4B4E0B80F8C8}" destId="{6C69E025-4E23-B14D-96A6-9E33914715B8}" srcOrd="0" destOrd="0" presId="urn:microsoft.com/office/officeart/2008/layout/LinedList"/>
    <dgm:cxn modelId="{CA087B4B-8FAC-B545-B6F3-2E19B28972A9}" type="presOf" srcId="{D71A45CB-0A49-1D49-88C7-1474034D3F5D}" destId="{D0C28B91-6E52-E247-8BBC-BBBB639C9588}" srcOrd="0" destOrd="0" presId="urn:microsoft.com/office/officeart/2008/layout/LinedList"/>
    <dgm:cxn modelId="{8477D74E-8568-1A43-9712-545E33BB6B50}" srcId="{3DB90BDA-C7A6-5F4E-8FBD-913EDE58977B}" destId="{1B152D99-A3A0-6147-B98C-44D58DEFF7A6}" srcOrd="5" destOrd="0" parTransId="{7B19DDF8-34B3-1644-953F-B845C303AFB7}" sibTransId="{04FFE2CB-EA9D-784D-AC02-7F7755FC4ACD}"/>
    <dgm:cxn modelId="{7F101D52-97FA-414A-8485-469628D402A6}" srcId="{3DB90BDA-C7A6-5F4E-8FBD-913EDE58977B}" destId="{D71A45CB-0A49-1D49-88C7-1474034D3F5D}" srcOrd="4" destOrd="0" parTransId="{77C99495-4256-EB4E-97F4-F340DA685792}" sibTransId="{CB8CFAE3-9FF8-0543-B1DA-ACE11ED25706}"/>
    <dgm:cxn modelId="{5D871C78-A1B9-584A-BCC5-36EEB22B4AF9}" srcId="{3DB90BDA-C7A6-5F4E-8FBD-913EDE58977B}" destId="{2DF74D39-B917-7747-9D48-4B4E0B80F8C8}" srcOrd="1" destOrd="0" parTransId="{7B91832F-7813-7449-80A0-B5C08C57EA8A}" sibTransId="{06DADC5B-992A-3642-A224-81931B5984C8}"/>
    <dgm:cxn modelId="{8FFC9C8D-3EB4-E347-A235-F5F231072FDE}" type="presOf" srcId="{28B6D3B1-0D92-E84B-88A5-A33659E0F3FB}" destId="{1C8A9B28-5429-5E49-A797-2CE8675E32A1}" srcOrd="0" destOrd="0" presId="urn:microsoft.com/office/officeart/2008/layout/LinedList"/>
    <dgm:cxn modelId="{8F73FDA5-56AD-0645-ACD3-857C9E6EF8BC}" type="presOf" srcId="{1B152D99-A3A0-6147-B98C-44D58DEFF7A6}" destId="{375C436C-0DCF-3945-BDC3-C61138F27AA0}" srcOrd="0" destOrd="0" presId="urn:microsoft.com/office/officeart/2008/layout/LinedList"/>
    <dgm:cxn modelId="{7484B0B6-5E12-C146-9544-77A15B615959}" type="presOf" srcId="{2BED5975-EBDE-9E4A-989A-F64FD6F96AAB}" destId="{EA92B4F3-62ED-CA47-97CF-A484E5E75A61}" srcOrd="0" destOrd="0" presId="urn:microsoft.com/office/officeart/2008/layout/LinedList"/>
    <dgm:cxn modelId="{F57AFFCE-A047-C84E-89DD-A2F3F3D0496B}" type="presOf" srcId="{3DB90BDA-C7A6-5F4E-8FBD-913EDE58977B}" destId="{3BBE844E-4580-7745-9E83-EE0E7B215D21}" srcOrd="0" destOrd="0" presId="urn:microsoft.com/office/officeart/2008/layout/LinedList"/>
    <dgm:cxn modelId="{E3414ED9-EEEA-FD4E-9AE6-A67F1820EB62}" srcId="{3DB90BDA-C7A6-5F4E-8FBD-913EDE58977B}" destId="{28B6D3B1-0D92-E84B-88A5-A33659E0F3FB}" srcOrd="0" destOrd="0" parTransId="{4D78C10A-CA71-9D44-8013-E96810BCC5C5}" sibTransId="{066C7455-8FCE-774F-ADBC-08BD8A0BDB5E}"/>
    <dgm:cxn modelId="{1A1D64DF-BC82-7A4B-BBF1-F97818FAA2CC}" srcId="{3DB90BDA-C7A6-5F4E-8FBD-913EDE58977B}" destId="{CCB80751-BE57-CD4C-8153-645744A91E18}" srcOrd="2" destOrd="0" parTransId="{671C4F70-D26F-964E-962E-AF16C94CE2EE}" sibTransId="{5327967B-3EAE-8F46-A95E-22812B3A4400}"/>
    <dgm:cxn modelId="{DD86DFF4-B876-0241-A495-D27C58DEC314}" type="presOf" srcId="{CCB80751-BE57-CD4C-8153-645744A91E18}" destId="{9460EB4C-EBF6-4E49-856D-CBDACDEC86DE}" srcOrd="0" destOrd="0" presId="urn:microsoft.com/office/officeart/2008/layout/LinedList"/>
    <dgm:cxn modelId="{7B8DE2DC-3D14-054A-ACFC-8CD0688236C0}" type="presParOf" srcId="{3BBE844E-4580-7745-9E83-EE0E7B215D21}" destId="{B183D19A-4225-D949-B4CE-D43B0CF57217}" srcOrd="0" destOrd="0" presId="urn:microsoft.com/office/officeart/2008/layout/LinedList"/>
    <dgm:cxn modelId="{DE5EF3AB-16EB-3C40-A48E-EC93B9C2E022}" type="presParOf" srcId="{3BBE844E-4580-7745-9E83-EE0E7B215D21}" destId="{14D321F1-0746-464D-A4D8-439EE84B5424}" srcOrd="1" destOrd="0" presId="urn:microsoft.com/office/officeart/2008/layout/LinedList"/>
    <dgm:cxn modelId="{834D3EAD-210B-5244-9AC5-C5B222E0B742}" type="presParOf" srcId="{14D321F1-0746-464D-A4D8-439EE84B5424}" destId="{1C8A9B28-5429-5E49-A797-2CE8675E32A1}" srcOrd="0" destOrd="0" presId="urn:microsoft.com/office/officeart/2008/layout/LinedList"/>
    <dgm:cxn modelId="{0CF38B5E-2D45-4347-814B-02C496664417}" type="presParOf" srcId="{14D321F1-0746-464D-A4D8-439EE84B5424}" destId="{3CF020D0-2FFE-EF41-8E83-33CE6FDA7ED3}" srcOrd="1" destOrd="0" presId="urn:microsoft.com/office/officeart/2008/layout/LinedList"/>
    <dgm:cxn modelId="{DEA0930C-68D1-F346-B8EB-AF20E0D0A522}" type="presParOf" srcId="{3BBE844E-4580-7745-9E83-EE0E7B215D21}" destId="{3BE95A51-961A-6249-8D9A-04B15BBDE0D8}" srcOrd="2" destOrd="0" presId="urn:microsoft.com/office/officeart/2008/layout/LinedList"/>
    <dgm:cxn modelId="{1DFF94AF-1652-8640-A6B5-61C2BF8A3F06}" type="presParOf" srcId="{3BBE844E-4580-7745-9E83-EE0E7B215D21}" destId="{A092D663-BEC2-DB4E-96C5-EB36BFCE50C0}" srcOrd="3" destOrd="0" presId="urn:microsoft.com/office/officeart/2008/layout/LinedList"/>
    <dgm:cxn modelId="{24358A50-9B04-164E-9DA4-AA22EABAAED8}" type="presParOf" srcId="{A092D663-BEC2-DB4E-96C5-EB36BFCE50C0}" destId="{6C69E025-4E23-B14D-96A6-9E33914715B8}" srcOrd="0" destOrd="0" presId="urn:microsoft.com/office/officeart/2008/layout/LinedList"/>
    <dgm:cxn modelId="{0BEC005E-A71C-1B45-A2D4-2BE132EF4BDA}" type="presParOf" srcId="{A092D663-BEC2-DB4E-96C5-EB36BFCE50C0}" destId="{0A222CCC-61C0-BD41-A3A0-4DA93F042EA4}" srcOrd="1" destOrd="0" presId="urn:microsoft.com/office/officeart/2008/layout/LinedList"/>
    <dgm:cxn modelId="{FE5D8673-C609-DF4F-971B-B12B4191D3AF}" type="presParOf" srcId="{3BBE844E-4580-7745-9E83-EE0E7B215D21}" destId="{61F9BF2B-E5A5-D549-9B07-5477EA1F7650}" srcOrd="4" destOrd="0" presId="urn:microsoft.com/office/officeart/2008/layout/LinedList"/>
    <dgm:cxn modelId="{3CA553E1-5E69-3046-BF4C-BE47E31AD420}" type="presParOf" srcId="{3BBE844E-4580-7745-9E83-EE0E7B215D21}" destId="{DA946851-D8BF-8F4E-BD01-8975B01D37F8}" srcOrd="5" destOrd="0" presId="urn:microsoft.com/office/officeart/2008/layout/LinedList"/>
    <dgm:cxn modelId="{AA8A6F19-3C87-3546-AA93-62F0930131CF}" type="presParOf" srcId="{DA946851-D8BF-8F4E-BD01-8975B01D37F8}" destId="{9460EB4C-EBF6-4E49-856D-CBDACDEC86DE}" srcOrd="0" destOrd="0" presId="urn:microsoft.com/office/officeart/2008/layout/LinedList"/>
    <dgm:cxn modelId="{CF7AB3E2-39F3-7A4F-AEA2-56A586819F28}" type="presParOf" srcId="{DA946851-D8BF-8F4E-BD01-8975B01D37F8}" destId="{B99B7995-9772-2F49-A26E-2AF5AA79D893}" srcOrd="1" destOrd="0" presId="urn:microsoft.com/office/officeart/2008/layout/LinedList"/>
    <dgm:cxn modelId="{0313C197-2E10-CD49-BD65-B64A5DFEAC45}" type="presParOf" srcId="{3BBE844E-4580-7745-9E83-EE0E7B215D21}" destId="{6FFA058F-A948-CE4F-B343-24CC4447229E}" srcOrd="6" destOrd="0" presId="urn:microsoft.com/office/officeart/2008/layout/LinedList"/>
    <dgm:cxn modelId="{BA8D6F48-5789-A441-B3AF-E794E5FA9A4F}" type="presParOf" srcId="{3BBE844E-4580-7745-9E83-EE0E7B215D21}" destId="{ADB37FD4-1C34-5A40-952A-0ECE5454FAE0}" srcOrd="7" destOrd="0" presId="urn:microsoft.com/office/officeart/2008/layout/LinedList"/>
    <dgm:cxn modelId="{31A1A5D7-D55D-334E-8293-62A700C8A161}" type="presParOf" srcId="{ADB37FD4-1C34-5A40-952A-0ECE5454FAE0}" destId="{EA92B4F3-62ED-CA47-97CF-A484E5E75A61}" srcOrd="0" destOrd="0" presId="urn:microsoft.com/office/officeart/2008/layout/LinedList"/>
    <dgm:cxn modelId="{B9475A52-8BA1-AB47-8106-3A5E62F46F86}" type="presParOf" srcId="{ADB37FD4-1C34-5A40-952A-0ECE5454FAE0}" destId="{7B05609E-06CF-7740-AE50-58D83E78F639}" srcOrd="1" destOrd="0" presId="urn:microsoft.com/office/officeart/2008/layout/LinedList"/>
    <dgm:cxn modelId="{B9885129-DE55-9044-A7D4-60B77ABB441C}" type="presParOf" srcId="{3BBE844E-4580-7745-9E83-EE0E7B215D21}" destId="{02543A1F-AC2E-C446-BEC0-86848DB067D7}" srcOrd="8" destOrd="0" presId="urn:microsoft.com/office/officeart/2008/layout/LinedList"/>
    <dgm:cxn modelId="{D6D4E915-55DD-9C46-9BF3-52A64B72F48B}" type="presParOf" srcId="{3BBE844E-4580-7745-9E83-EE0E7B215D21}" destId="{BBCA991F-FF5D-544B-9581-529F3E5FE46D}" srcOrd="9" destOrd="0" presId="urn:microsoft.com/office/officeart/2008/layout/LinedList"/>
    <dgm:cxn modelId="{FC1B8B99-821B-854D-9AA3-4EF94225779F}" type="presParOf" srcId="{BBCA991F-FF5D-544B-9581-529F3E5FE46D}" destId="{D0C28B91-6E52-E247-8BBC-BBBB639C9588}" srcOrd="0" destOrd="0" presId="urn:microsoft.com/office/officeart/2008/layout/LinedList"/>
    <dgm:cxn modelId="{7C1DA3FD-F5D5-D441-B167-470C7F090A0A}" type="presParOf" srcId="{BBCA991F-FF5D-544B-9581-529F3E5FE46D}" destId="{E5DE4D5D-3218-DD4B-BEB9-58E202AAE82B}" srcOrd="1" destOrd="0" presId="urn:microsoft.com/office/officeart/2008/layout/LinedList"/>
    <dgm:cxn modelId="{53CFCE6D-9D28-2D4E-9BE3-3EB79262A11C}" type="presParOf" srcId="{3BBE844E-4580-7745-9E83-EE0E7B215D21}" destId="{31A007DB-2740-E041-80F8-B84A951C17F1}" srcOrd="10" destOrd="0" presId="urn:microsoft.com/office/officeart/2008/layout/LinedList"/>
    <dgm:cxn modelId="{A4640462-9412-C144-88C3-04A3DDBE3EE2}" type="presParOf" srcId="{3BBE844E-4580-7745-9E83-EE0E7B215D21}" destId="{F9B003CB-E619-AA42-84DB-5E043AAE44EC}" srcOrd="11" destOrd="0" presId="urn:microsoft.com/office/officeart/2008/layout/LinedList"/>
    <dgm:cxn modelId="{719BD4EC-1D1E-ED4A-9343-7205D1806C16}" type="presParOf" srcId="{F9B003CB-E619-AA42-84DB-5E043AAE44EC}" destId="{375C436C-0DCF-3945-BDC3-C61138F27AA0}" srcOrd="0" destOrd="0" presId="urn:microsoft.com/office/officeart/2008/layout/LinedList"/>
    <dgm:cxn modelId="{7D2898BE-0C48-DD4E-94C1-BC932D7CECE9}" type="presParOf" srcId="{F9B003CB-E619-AA42-84DB-5E043AAE44EC}" destId="{409B829B-6C95-A347-9D50-CEAD248467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C8A439-6E61-674A-B436-BE8BD10BFFA5}" type="doc">
      <dgm:prSet loTypeId="urn:microsoft.com/office/officeart/2008/layout/CaptionedPicture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783A7A-A370-A743-B73C-4FFEB96C3C5B}">
      <dgm:prSet phldrT="[Text]" custT="1"/>
      <dgm:spPr/>
      <dgm:t>
        <a:bodyPr/>
        <a:lstStyle/>
        <a:p>
          <a:r>
            <a:rPr lang="en-US" sz="1800" b="0" dirty="0"/>
            <a:t>Jumper</a:t>
          </a:r>
          <a:r>
            <a:rPr lang="en-US" sz="2200" b="0" dirty="0"/>
            <a:t> </a:t>
          </a:r>
          <a:r>
            <a:rPr lang="en-US" sz="1800" b="0" dirty="0"/>
            <a:t>wire</a:t>
          </a:r>
          <a:endParaRPr lang="en-US" sz="2200" b="0" dirty="0"/>
        </a:p>
      </dgm:t>
    </dgm:pt>
    <dgm:pt modelId="{42F33F16-E28A-A746-820A-D3F209A68AA6}" type="parTrans" cxnId="{0492148F-BEC5-FB4B-B531-C9FE9158F125}">
      <dgm:prSet/>
      <dgm:spPr/>
      <dgm:t>
        <a:bodyPr/>
        <a:lstStyle/>
        <a:p>
          <a:endParaRPr lang="en-US"/>
        </a:p>
      </dgm:t>
    </dgm:pt>
    <dgm:pt modelId="{A9030985-9AD3-9C43-A381-4E53C1D77900}" type="sibTrans" cxnId="{0492148F-BEC5-FB4B-B531-C9FE9158F125}">
      <dgm:prSet/>
      <dgm:spPr/>
      <dgm:t>
        <a:bodyPr/>
        <a:lstStyle/>
        <a:p>
          <a:endParaRPr lang="en-US"/>
        </a:p>
      </dgm:t>
    </dgm:pt>
    <dgm:pt modelId="{498E27EE-ADF6-4341-AA21-531F263092FF}">
      <dgm:prSet phldrT="[Text]" custT="1"/>
      <dgm:spPr/>
      <dgm:t>
        <a:bodyPr/>
        <a:lstStyle/>
        <a:p>
          <a:r>
            <a:rPr lang="en-US" sz="1800" dirty="0"/>
            <a:t>Buzzer</a:t>
          </a:r>
        </a:p>
      </dgm:t>
    </dgm:pt>
    <dgm:pt modelId="{DA29F095-D1B6-EF41-A47A-8195102416BD}" type="parTrans" cxnId="{D31E9522-559D-AE4B-9FD4-1DF9023F2B7D}">
      <dgm:prSet/>
      <dgm:spPr/>
      <dgm:t>
        <a:bodyPr/>
        <a:lstStyle/>
        <a:p>
          <a:endParaRPr lang="en-US"/>
        </a:p>
      </dgm:t>
    </dgm:pt>
    <dgm:pt modelId="{8D57B424-9FE1-164B-A7E8-F53235A99B0D}" type="sibTrans" cxnId="{D31E9522-559D-AE4B-9FD4-1DF9023F2B7D}">
      <dgm:prSet/>
      <dgm:spPr/>
      <dgm:t>
        <a:bodyPr/>
        <a:lstStyle/>
        <a:p>
          <a:endParaRPr lang="en-US"/>
        </a:p>
      </dgm:t>
    </dgm:pt>
    <dgm:pt modelId="{2A86D542-238F-2F43-B019-06B87521858E}">
      <dgm:prSet custT="1"/>
      <dgm:spPr/>
      <dgm:t>
        <a:bodyPr/>
        <a:lstStyle/>
        <a:p>
          <a:r>
            <a:rPr lang="en-US" sz="1800" b="0" dirty="0"/>
            <a:t>Red LED</a:t>
          </a:r>
        </a:p>
      </dgm:t>
    </dgm:pt>
    <dgm:pt modelId="{2C2840E3-BC1D-1B41-83DC-A5E6A37556DA}" type="parTrans" cxnId="{BA351288-1FB6-1F4C-B97A-6868C03B6551}">
      <dgm:prSet/>
      <dgm:spPr/>
      <dgm:t>
        <a:bodyPr/>
        <a:lstStyle/>
        <a:p>
          <a:endParaRPr lang="en-US"/>
        </a:p>
      </dgm:t>
    </dgm:pt>
    <dgm:pt modelId="{5CEE8A51-ADF0-9145-8A54-963363C2D1A8}" type="sibTrans" cxnId="{BA351288-1FB6-1F4C-B97A-6868C03B6551}">
      <dgm:prSet/>
      <dgm:spPr/>
      <dgm:t>
        <a:bodyPr/>
        <a:lstStyle/>
        <a:p>
          <a:endParaRPr lang="en-US"/>
        </a:p>
      </dgm:t>
    </dgm:pt>
    <dgm:pt modelId="{33710DF7-D973-D54D-A99B-3673B22D5645}">
      <dgm:prSet custT="1"/>
      <dgm:spPr/>
      <dgm:t>
        <a:bodyPr/>
        <a:lstStyle/>
        <a:p>
          <a:r>
            <a:rPr lang="en-US" sz="1800" b="0" dirty="0"/>
            <a:t>Resistor</a:t>
          </a:r>
        </a:p>
        <a:p>
          <a:r>
            <a:rPr lang="en-US" sz="1800" b="0" dirty="0"/>
            <a:t>(1pcs)</a:t>
          </a:r>
        </a:p>
      </dgm:t>
    </dgm:pt>
    <dgm:pt modelId="{72AA8E77-E22F-0D41-83B3-2FD842DD06E0}" type="parTrans" cxnId="{9D95CD60-648F-2E4F-B295-C3C79D04DF50}">
      <dgm:prSet/>
      <dgm:spPr/>
      <dgm:t>
        <a:bodyPr/>
        <a:lstStyle/>
        <a:p>
          <a:endParaRPr lang="en-US"/>
        </a:p>
      </dgm:t>
    </dgm:pt>
    <dgm:pt modelId="{972A9201-6889-1645-B728-B1BD0181A550}" type="sibTrans" cxnId="{9D95CD60-648F-2E4F-B295-C3C79D04DF50}">
      <dgm:prSet/>
      <dgm:spPr/>
      <dgm:t>
        <a:bodyPr/>
        <a:lstStyle/>
        <a:p>
          <a:endParaRPr lang="en-US"/>
        </a:p>
      </dgm:t>
    </dgm:pt>
    <dgm:pt modelId="{DE0CB06D-7C61-4447-A508-051DE2A079A4}">
      <dgm:prSet custT="1"/>
      <dgm:spPr/>
      <dgm:t>
        <a:bodyPr/>
        <a:lstStyle/>
        <a:p>
          <a:r>
            <a:rPr lang="en-US" sz="1800" dirty="0"/>
            <a:t>Webcam</a:t>
          </a:r>
        </a:p>
      </dgm:t>
    </dgm:pt>
    <dgm:pt modelId="{C4A0A8B2-3A9C-5549-8D68-012321E70161}" type="parTrans" cxnId="{EC984868-A45B-8544-8C33-B95630BD233C}">
      <dgm:prSet/>
      <dgm:spPr/>
      <dgm:t>
        <a:bodyPr/>
        <a:lstStyle/>
        <a:p>
          <a:endParaRPr lang="en-US"/>
        </a:p>
      </dgm:t>
    </dgm:pt>
    <dgm:pt modelId="{920FF9AA-E4DA-3544-A21A-03AB6347C5EF}" type="sibTrans" cxnId="{EC984868-A45B-8544-8C33-B95630BD233C}">
      <dgm:prSet/>
      <dgm:spPr/>
      <dgm:t>
        <a:bodyPr/>
        <a:lstStyle/>
        <a:p>
          <a:endParaRPr lang="en-US"/>
        </a:p>
      </dgm:t>
    </dgm:pt>
    <dgm:pt modelId="{12716C62-9231-8C48-8C76-05E2DDE3D9AD}">
      <dgm:prSet custT="1"/>
      <dgm:spPr/>
      <dgm:t>
        <a:bodyPr/>
        <a:lstStyle/>
        <a:p>
          <a:r>
            <a:rPr lang="en-US" sz="1800" dirty="0"/>
            <a:t>Breadboard</a:t>
          </a:r>
        </a:p>
      </dgm:t>
    </dgm:pt>
    <dgm:pt modelId="{4B314B43-4BB3-C346-B9B9-C2EBB32A183B}" type="parTrans" cxnId="{49AD3867-9135-2148-B26C-A3D0CD24FE6F}">
      <dgm:prSet/>
      <dgm:spPr/>
      <dgm:t>
        <a:bodyPr/>
        <a:lstStyle/>
        <a:p>
          <a:endParaRPr lang="en-US"/>
        </a:p>
      </dgm:t>
    </dgm:pt>
    <dgm:pt modelId="{9425F4B1-FC6F-EB46-BE92-1C663AB4445F}" type="sibTrans" cxnId="{49AD3867-9135-2148-B26C-A3D0CD24FE6F}">
      <dgm:prSet/>
      <dgm:spPr/>
      <dgm:t>
        <a:bodyPr/>
        <a:lstStyle/>
        <a:p>
          <a:endParaRPr lang="en-US"/>
        </a:p>
      </dgm:t>
    </dgm:pt>
    <dgm:pt modelId="{972BFD2C-C085-E843-9171-400907D73C60}">
      <dgm:prSet custT="1"/>
      <dgm:spPr/>
      <dgm:t>
        <a:bodyPr/>
        <a:lstStyle/>
        <a:p>
          <a:r>
            <a:rPr lang="en-US" sz="1800" dirty="0"/>
            <a:t>LCD Display</a:t>
          </a:r>
        </a:p>
      </dgm:t>
    </dgm:pt>
    <dgm:pt modelId="{8CED8B22-38A9-6A47-BA55-533069155AD7}" type="parTrans" cxnId="{77751EC2-2B51-454F-9D31-9AC370B2C455}">
      <dgm:prSet/>
      <dgm:spPr/>
      <dgm:t>
        <a:bodyPr/>
        <a:lstStyle/>
        <a:p>
          <a:endParaRPr lang="en-US"/>
        </a:p>
      </dgm:t>
    </dgm:pt>
    <dgm:pt modelId="{690EB7A9-BF14-2A43-A978-B4C409C5AF85}" type="sibTrans" cxnId="{77751EC2-2B51-454F-9D31-9AC370B2C455}">
      <dgm:prSet/>
      <dgm:spPr/>
      <dgm:t>
        <a:bodyPr/>
        <a:lstStyle/>
        <a:p>
          <a:endParaRPr lang="en-US"/>
        </a:p>
      </dgm:t>
    </dgm:pt>
    <dgm:pt modelId="{8E5E8741-B509-6B40-A1CE-1ABF756E78C0}">
      <dgm:prSet custT="1"/>
      <dgm:spPr/>
      <dgm:t>
        <a:bodyPr/>
        <a:lstStyle/>
        <a:p>
          <a:r>
            <a:rPr lang="en-US" sz="1800" dirty="0"/>
            <a:t>12c LCD  Potentiometer</a:t>
          </a:r>
        </a:p>
      </dgm:t>
    </dgm:pt>
    <dgm:pt modelId="{98F713FA-9CC9-3446-BF80-43B775E77201}" type="parTrans" cxnId="{40742D27-5BF4-294C-92B6-4E45425016B1}">
      <dgm:prSet/>
      <dgm:spPr/>
      <dgm:t>
        <a:bodyPr/>
        <a:lstStyle/>
        <a:p>
          <a:endParaRPr lang="en-US"/>
        </a:p>
      </dgm:t>
    </dgm:pt>
    <dgm:pt modelId="{AF341AA9-CE14-F746-A8F7-D408338EB3F3}" type="sibTrans" cxnId="{40742D27-5BF4-294C-92B6-4E45425016B1}">
      <dgm:prSet/>
      <dgm:spPr/>
      <dgm:t>
        <a:bodyPr/>
        <a:lstStyle/>
        <a:p>
          <a:endParaRPr lang="en-US"/>
        </a:p>
      </dgm:t>
    </dgm:pt>
    <dgm:pt modelId="{476EA3C0-0B7A-7F4C-B48F-C5596CE42EE6}">
      <dgm:prSet/>
      <dgm:spPr/>
      <dgm:t>
        <a:bodyPr/>
        <a:lstStyle/>
        <a:p>
          <a:r>
            <a:rPr lang="en-US" dirty="0"/>
            <a:t>Arduino Uno</a:t>
          </a:r>
        </a:p>
      </dgm:t>
    </dgm:pt>
    <dgm:pt modelId="{0F2F9866-EF01-B94E-B952-6CBEB2F935CA}" type="parTrans" cxnId="{E1C6E5FA-0428-6042-983C-2A9C03994879}">
      <dgm:prSet/>
      <dgm:spPr/>
      <dgm:t>
        <a:bodyPr/>
        <a:lstStyle/>
        <a:p>
          <a:endParaRPr lang="en-US"/>
        </a:p>
      </dgm:t>
    </dgm:pt>
    <dgm:pt modelId="{7AD853B6-A711-9445-8256-F9EFD441F823}" type="sibTrans" cxnId="{E1C6E5FA-0428-6042-983C-2A9C03994879}">
      <dgm:prSet/>
      <dgm:spPr/>
      <dgm:t>
        <a:bodyPr/>
        <a:lstStyle/>
        <a:p>
          <a:endParaRPr lang="en-US"/>
        </a:p>
      </dgm:t>
    </dgm:pt>
    <dgm:pt modelId="{C4C43557-A00E-8442-929D-7CB250836CCD}">
      <dgm:prSet/>
      <dgm:spPr/>
      <dgm:t>
        <a:bodyPr/>
        <a:lstStyle/>
        <a:p>
          <a:r>
            <a:rPr lang="en-US" dirty="0"/>
            <a:t>Push Buttons</a:t>
          </a:r>
        </a:p>
      </dgm:t>
    </dgm:pt>
    <dgm:pt modelId="{0440143F-D3E1-8F4F-946C-B400C34C1300}" type="parTrans" cxnId="{89E554CB-C9FE-6742-A653-F16380E33E60}">
      <dgm:prSet/>
      <dgm:spPr/>
      <dgm:t>
        <a:bodyPr/>
        <a:lstStyle/>
        <a:p>
          <a:endParaRPr lang="en-US"/>
        </a:p>
      </dgm:t>
    </dgm:pt>
    <dgm:pt modelId="{16DA04D5-7D94-D447-8A62-6F61E973C448}" type="sibTrans" cxnId="{89E554CB-C9FE-6742-A653-F16380E33E60}">
      <dgm:prSet/>
      <dgm:spPr/>
      <dgm:t>
        <a:bodyPr/>
        <a:lstStyle/>
        <a:p>
          <a:endParaRPr lang="en-US"/>
        </a:p>
      </dgm:t>
    </dgm:pt>
    <dgm:pt modelId="{4CAA1469-1D07-D342-9B52-CB0D62E01FA3}" type="pres">
      <dgm:prSet presAssocID="{E2C8A439-6E61-674A-B436-BE8BD10BFFA5}" presName="Name0" presStyleCnt="0">
        <dgm:presLayoutVars>
          <dgm:chMax/>
          <dgm:chPref/>
          <dgm:dir/>
        </dgm:presLayoutVars>
      </dgm:prSet>
      <dgm:spPr/>
    </dgm:pt>
    <dgm:pt modelId="{F70AFD25-9E7B-E340-9BD8-6B84309E7928}" type="pres">
      <dgm:prSet presAssocID="{5B783A7A-A370-A743-B73C-4FFEB96C3C5B}" presName="composite" presStyleCnt="0">
        <dgm:presLayoutVars>
          <dgm:chMax val="1"/>
          <dgm:chPref val="1"/>
        </dgm:presLayoutVars>
      </dgm:prSet>
      <dgm:spPr/>
    </dgm:pt>
    <dgm:pt modelId="{33DC472C-959F-2C4F-84DC-556C8E9E3199}" type="pres">
      <dgm:prSet presAssocID="{5B783A7A-A370-A743-B73C-4FFEB96C3C5B}" presName="Accent" presStyleLbl="trAlignAcc1" presStyleIdx="0" presStyleCnt="10">
        <dgm:presLayoutVars>
          <dgm:chMax val="0"/>
          <dgm:chPref val="0"/>
        </dgm:presLayoutVars>
      </dgm:prSet>
      <dgm:spPr>
        <a:solidFill>
          <a:schemeClr val="accent1">
            <a:lumMod val="75000"/>
            <a:alpha val="40000"/>
          </a:schemeClr>
        </a:solidFill>
      </dgm:spPr>
    </dgm:pt>
    <dgm:pt modelId="{B6FEA636-F9EB-EA4F-975E-F787317DC2A2}" type="pres">
      <dgm:prSet presAssocID="{5B783A7A-A370-A743-B73C-4FFEB96C3C5B}" presName="Image" presStyleLbl="alignImgPlace1" presStyleIdx="0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D320BD01-F339-9240-B384-E418FD2B37DF}" type="pres">
      <dgm:prSet presAssocID="{5B783A7A-A370-A743-B73C-4FFEB96C3C5B}" presName="ChildComposite" presStyleCnt="0"/>
      <dgm:spPr/>
    </dgm:pt>
    <dgm:pt modelId="{1D8B1185-50AC-ED4F-85BE-61FF90D7A894}" type="pres">
      <dgm:prSet presAssocID="{5B783A7A-A370-A743-B73C-4FFEB96C3C5B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72A78F4-BC09-1440-A7E9-D18D05DB076D}" type="pres">
      <dgm:prSet presAssocID="{5B783A7A-A370-A743-B73C-4FFEB96C3C5B}" presName="Parent" presStyleLbl="revTx" presStyleIdx="0" presStyleCnt="10">
        <dgm:presLayoutVars>
          <dgm:chMax val="1"/>
          <dgm:chPref val="0"/>
          <dgm:bulletEnabled val="1"/>
        </dgm:presLayoutVars>
      </dgm:prSet>
      <dgm:spPr/>
    </dgm:pt>
    <dgm:pt modelId="{F3153206-F9A4-A840-AD2D-E277FE52F673}" type="pres">
      <dgm:prSet presAssocID="{A9030985-9AD3-9C43-A381-4E53C1D77900}" presName="sibTrans" presStyleCnt="0"/>
      <dgm:spPr/>
    </dgm:pt>
    <dgm:pt modelId="{06B7345E-AFB6-8C4C-92C0-7666CE010527}" type="pres">
      <dgm:prSet presAssocID="{DE0CB06D-7C61-4447-A508-051DE2A079A4}" presName="composite" presStyleCnt="0">
        <dgm:presLayoutVars>
          <dgm:chMax val="1"/>
          <dgm:chPref val="1"/>
        </dgm:presLayoutVars>
      </dgm:prSet>
      <dgm:spPr/>
    </dgm:pt>
    <dgm:pt modelId="{AF7DA367-0CFD-C141-90C9-23A2A23CE521}" type="pres">
      <dgm:prSet presAssocID="{DE0CB06D-7C61-4447-A508-051DE2A079A4}" presName="Accent" presStyleLbl="trAlignAcc1" presStyleIdx="1" presStyleCnt="10">
        <dgm:presLayoutVars>
          <dgm:chMax val="0"/>
          <dgm:chPref val="0"/>
        </dgm:presLayoutVars>
      </dgm:prSet>
      <dgm:spPr>
        <a:solidFill>
          <a:schemeClr val="accent1">
            <a:lumMod val="75000"/>
            <a:alpha val="40000"/>
          </a:schemeClr>
        </a:solidFill>
      </dgm:spPr>
    </dgm:pt>
    <dgm:pt modelId="{1B7FC3F1-B98A-4440-B685-95E72525A4D9}" type="pres">
      <dgm:prSet presAssocID="{DE0CB06D-7C61-4447-A508-051DE2A079A4}" presName="Image" presStyleLbl="alignImgPlace1" presStyleIdx="1" presStyleCnt="10" custLinFactNeighborY="723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2"/>
          <a:srcRect/>
          <a:stretch>
            <a:fillRect t="-6000" b="-6000"/>
          </a:stretch>
        </a:blipFill>
      </dgm:spPr>
    </dgm:pt>
    <dgm:pt modelId="{7BCBA3F1-2879-E042-9ACE-6A94774F9E0F}" type="pres">
      <dgm:prSet presAssocID="{DE0CB06D-7C61-4447-A508-051DE2A079A4}" presName="ChildComposite" presStyleCnt="0"/>
      <dgm:spPr/>
    </dgm:pt>
    <dgm:pt modelId="{430D38B4-CBE6-4D4D-9DAE-937816845725}" type="pres">
      <dgm:prSet presAssocID="{DE0CB06D-7C61-4447-A508-051DE2A079A4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9BCBED9-D7AA-984D-ABFA-D1BE71B11473}" type="pres">
      <dgm:prSet presAssocID="{DE0CB06D-7C61-4447-A508-051DE2A079A4}" presName="Parent" presStyleLbl="revTx" presStyleIdx="1" presStyleCnt="10">
        <dgm:presLayoutVars>
          <dgm:chMax val="1"/>
          <dgm:chPref val="0"/>
          <dgm:bulletEnabled val="1"/>
        </dgm:presLayoutVars>
      </dgm:prSet>
      <dgm:spPr/>
    </dgm:pt>
    <dgm:pt modelId="{03FD5AC6-0D50-464C-A0EA-3E6A966F5BB5}" type="pres">
      <dgm:prSet presAssocID="{920FF9AA-E4DA-3544-A21A-03AB6347C5EF}" presName="sibTrans" presStyleCnt="0"/>
      <dgm:spPr/>
    </dgm:pt>
    <dgm:pt modelId="{8234114F-D8EC-C440-ADC8-0D802211D4FE}" type="pres">
      <dgm:prSet presAssocID="{2A86D542-238F-2F43-B019-06B87521858E}" presName="composite" presStyleCnt="0">
        <dgm:presLayoutVars>
          <dgm:chMax val="1"/>
          <dgm:chPref val="1"/>
        </dgm:presLayoutVars>
      </dgm:prSet>
      <dgm:spPr/>
    </dgm:pt>
    <dgm:pt modelId="{DE1E5706-6918-614A-8B6F-63FB9A3FB7C4}" type="pres">
      <dgm:prSet presAssocID="{2A86D542-238F-2F43-B019-06B87521858E}" presName="Accent" presStyleLbl="trAlignAcc1" presStyleIdx="2" presStyleCnt="10">
        <dgm:presLayoutVars>
          <dgm:chMax val="0"/>
          <dgm:chPref val="0"/>
        </dgm:presLayoutVars>
      </dgm:prSet>
      <dgm:spPr>
        <a:solidFill>
          <a:schemeClr val="accent1">
            <a:lumMod val="75000"/>
            <a:alpha val="40000"/>
          </a:schemeClr>
        </a:solidFill>
      </dgm:spPr>
    </dgm:pt>
    <dgm:pt modelId="{C1BFF07A-6AEF-A543-A5A7-BD0E1B51B2D5}" type="pres">
      <dgm:prSet presAssocID="{2A86D542-238F-2F43-B019-06B87521858E}" presName="Image" presStyleLbl="alignImgPlace1" presStyleIdx="2" presStyleCnt="10" custAng="0" custLinFactNeighborX="-666" custLinFactNeighborY="2871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8F45D1F3-54C3-8C4C-8BFC-2ECD32A7322F}" type="pres">
      <dgm:prSet presAssocID="{2A86D542-238F-2F43-B019-06B87521858E}" presName="ChildComposite" presStyleCnt="0"/>
      <dgm:spPr/>
    </dgm:pt>
    <dgm:pt modelId="{3135B8C2-45BF-914F-B1B0-7ED9353AABD4}" type="pres">
      <dgm:prSet presAssocID="{2A86D542-238F-2F43-B019-06B87521858E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B41B1EF-2A0F-F543-A153-3C6695FE915B}" type="pres">
      <dgm:prSet presAssocID="{2A86D542-238F-2F43-B019-06B87521858E}" presName="Parent" presStyleLbl="revTx" presStyleIdx="2" presStyleCnt="10">
        <dgm:presLayoutVars>
          <dgm:chMax val="1"/>
          <dgm:chPref val="0"/>
          <dgm:bulletEnabled val="1"/>
        </dgm:presLayoutVars>
      </dgm:prSet>
      <dgm:spPr/>
    </dgm:pt>
    <dgm:pt modelId="{70FB192F-DF70-7643-87EA-D384D3DD0BA5}" type="pres">
      <dgm:prSet presAssocID="{5CEE8A51-ADF0-9145-8A54-963363C2D1A8}" presName="sibTrans" presStyleCnt="0"/>
      <dgm:spPr/>
    </dgm:pt>
    <dgm:pt modelId="{964D3B1C-11CB-BE41-998E-AA89EF1371BE}" type="pres">
      <dgm:prSet presAssocID="{33710DF7-D973-D54D-A99B-3673B22D5645}" presName="composite" presStyleCnt="0">
        <dgm:presLayoutVars>
          <dgm:chMax val="1"/>
          <dgm:chPref val="1"/>
        </dgm:presLayoutVars>
      </dgm:prSet>
      <dgm:spPr/>
    </dgm:pt>
    <dgm:pt modelId="{B13B8608-DBCC-2F47-B8E3-FC21C62C81B8}" type="pres">
      <dgm:prSet presAssocID="{33710DF7-D973-D54D-A99B-3673B22D5645}" presName="Accent" presStyleLbl="trAlignAcc1" presStyleIdx="3" presStyleCnt="10">
        <dgm:presLayoutVars>
          <dgm:chMax val="0"/>
          <dgm:chPref val="0"/>
        </dgm:presLayoutVars>
      </dgm:prSet>
      <dgm:spPr>
        <a:solidFill>
          <a:schemeClr val="accent1">
            <a:lumMod val="75000"/>
            <a:alpha val="40000"/>
          </a:schemeClr>
        </a:solidFill>
      </dgm:spPr>
    </dgm:pt>
    <dgm:pt modelId="{01D93D43-2560-394D-872D-2258043748DC}" type="pres">
      <dgm:prSet presAssocID="{33710DF7-D973-D54D-A99B-3673B22D5645}" presName="Image" presStyleLbl="alignImgPlace1" presStyleIdx="3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896C264F-459A-C947-9464-02874D14809C}" type="pres">
      <dgm:prSet presAssocID="{33710DF7-D973-D54D-A99B-3673B22D5645}" presName="ChildComposite" presStyleCnt="0"/>
      <dgm:spPr/>
    </dgm:pt>
    <dgm:pt modelId="{04887B23-0371-9445-A553-BB887DA902E2}" type="pres">
      <dgm:prSet presAssocID="{33710DF7-D973-D54D-A99B-3673B22D5645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770C34E-F1A3-134F-82D0-77BDE0F394DC}" type="pres">
      <dgm:prSet presAssocID="{33710DF7-D973-D54D-A99B-3673B22D5645}" presName="Parent" presStyleLbl="revTx" presStyleIdx="3" presStyleCnt="10">
        <dgm:presLayoutVars>
          <dgm:chMax val="1"/>
          <dgm:chPref val="0"/>
          <dgm:bulletEnabled val="1"/>
        </dgm:presLayoutVars>
      </dgm:prSet>
      <dgm:spPr/>
    </dgm:pt>
    <dgm:pt modelId="{5D586110-A2D2-1B49-9297-C86446AE1EC9}" type="pres">
      <dgm:prSet presAssocID="{972A9201-6889-1645-B728-B1BD0181A550}" presName="sibTrans" presStyleCnt="0"/>
      <dgm:spPr/>
    </dgm:pt>
    <dgm:pt modelId="{6EDD18A5-DF53-F84D-A70B-B0364358BA04}" type="pres">
      <dgm:prSet presAssocID="{498E27EE-ADF6-4341-AA21-531F263092FF}" presName="composite" presStyleCnt="0">
        <dgm:presLayoutVars>
          <dgm:chMax val="1"/>
          <dgm:chPref val="1"/>
        </dgm:presLayoutVars>
      </dgm:prSet>
      <dgm:spPr/>
    </dgm:pt>
    <dgm:pt modelId="{8FAEB964-7414-F548-A327-F6B3AFEFCA0D}" type="pres">
      <dgm:prSet presAssocID="{498E27EE-ADF6-4341-AA21-531F263092FF}" presName="Accent" presStyleLbl="trAlignAcc1" presStyleIdx="4" presStyleCnt="10">
        <dgm:presLayoutVars>
          <dgm:chMax val="0"/>
          <dgm:chPref val="0"/>
        </dgm:presLayoutVars>
      </dgm:prSet>
      <dgm:spPr>
        <a:solidFill>
          <a:schemeClr val="accent1">
            <a:lumMod val="75000"/>
            <a:alpha val="40000"/>
          </a:schemeClr>
        </a:solidFill>
      </dgm:spPr>
    </dgm:pt>
    <dgm:pt modelId="{A4132AA0-2742-1040-BA20-316B60697E88}" type="pres">
      <dgm:prSet presAssocID="{498E27EE-ADF6-4341-AA21-531F263092FF}" presName="Image" presStyleLbl="alignImgPlace1" presStyleIdx="4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</dgm:spPr>
    </dgm:pt>
    <dgm:pt modelId="{A0C437AC-AE99-F941-A2E2-BD34C85AAD44}" type="pres">
      <dgm:prSet presAssocID="{498E27EE-ADF6-4341-AA21-531F263092FF}" presName="ChildComposite" presStyleCnt="0"/>
      <dgm:spPr/>
    </dgm:pt>
    <dgm:pt modelId="{B7B38E10-0C73-7044-8FC6-33F1C6C33FC5}" type="pres">
      <dgm:prSet presAssocID="{498E27EE-ADF6-4341-AA21-531F263092FF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11079C2-07BD-F046-AB87-86523D278F31}" type="pres">
      <dgm:prSet presAssocID="{498E27EE-ADF6-4341-AA21-531F263092FF}" presName="Parent" presStyleLbl="revTx" presStyleIdx="4" presStyleCnt="10">
        <dgm:presLayoutVars>
          <dgm:chMax val="1"/>
          <dgm:chPref val="0"/>
          <dgm:bulletEnabled val="1"/>
        </dgm:presLayoutVars>
      </dgm:prSet>
      <dgm:spPr/>
    </dgm:pt>
    <dgm:pt modelId="{9C816E22-613F-644D-A43D-912B2A67B0F9}" type="pres">
      <dgm:prSet presAssocID="{8D57B424-9FE1-164B-A7E8-F53235A99B0D}" presName="sibTrans" presStyleCnt="0"/>
      <dgm:spPr/>
    </dgm:pt>
    <dgm:pt modelId="{71A3BEC1-9815-E841-A50B-3A4CA9452E12}" type="pres">
      <dgm:prSet presAssocID="{12716C62-9231-8C48-8C76-05E2DDE3D9AD}" presName="composite" presStyleCnt="0">
        <dgm:presLayoutVars>
          <dgm:chMax val="1"/>
          <dgm:chPref val="1"/>
        </dgm:presLayoutVars>
      </dgm:prSet>
      <dgm:spPr/>
    </dgm:pt>
    <dgm:pt modelId="{AAD04952-5E6D-A145-8401-7DA451FFE338}" type="pres">
      <dgm:prSet presAssocID="{12716C62-9231-8C48-8C76-05E2DDE3D9AD}" presName="Accent" presStyleLbl="trAlignAcc1" presStyleIdx="5" presStyleCnt="10">
        <dgm:presLayoutVars>
          <dgm:chMax val="0"/>
          <dgm:chPref val="0"/>
        </dgm:presLayoutVars>
      </dgm:prSet>
      <dgm:spPr>
        <a:solidFill>
          <a:schemeClr val="accent1">
            <a:lumMod val="75000"/>
            <a:alpha val="40000"/>
          </a:schemeClr>
        </a:solidFill>
      </dgm:spPr>
    </dgm:pt>
    <dgm:pt modelId="{A0F68BDA-AF8E-774F-ADA1-AD23199107E3}" type="pres">
      <dgm:prSet presAssocID="{12716C62-9231-8C48-8C76-05E2DDE3D9AD}" presName="Image" presStyleLbl="alignImgPlace1" presStyleIdx="5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</dgm:pt>
    <dgm:pt modelId="{FDE779CC-C4A9-5148-878B-F94B4CAAF107}" type="pres">
      <dgm:prSet presAssocID="{12716C62-9231-8C48-8C76-05E2DDE3D9AD}" presName="ChildComposite" presStyleCnt="0"/>
      <dgm:spPr/>
    </dgm:pt>
    <dgm:pt modelId="{B461E7E3-5D3F-4A4A-B83C-203A26B46497}" type="pres">
      <dgm:prSet presAssocID="{12716C62-9231-8C48-8C76-05E2DDE3D9AD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21F53FF-0CE1-244A-AFDA-3C61BF9B018A}" type="pres">
      <dgm:prSet presAssocID="{12716C62-9231-8C48-8C76-05E2DDE3D9AD}" presName="Parent" presStyleLbl="revTx" presStyleIdx="5" presStyleCnt="10">
        <dgm:presLayoutVars>
          <dgm:chMax val="1"/>
          <dgm:chPref val="0"/>
          <dgm:bulletEnabled val="1"/>
        </dgm:presLayoutVars>
      </dgm:prSet>
      <dgm:spPr/>
    </dgm:pt>
    <dgm:pt modelId="{511C82FA-FD3E-A242-873E-2799833C7B69}" type="pres">
      <dgm:prSet presAssocID="{9425F4B1-FC6F-EB46-BE92-1C663AB4445F}" presName="sibTrans" presStyleCnt="0"/>
      <dgm:spPr/>
    </dgm:pt>
    <dgm:pt modelId="{0287F279-D48E-FB40-845B-BF271AD06AFB}" type="pres">
      <dgm:prSet presAssocID="{972BFD2C-C085-E843-9171-400907D73C60}" presName="composite" presStyleCnt="0">
        <dgm:presLayoutVars>
          <dgm:chMax val="1"/>
          <dgm:chPref val="1"/>
        </dgm:presLayoutVars>
      </dgm:prSet>
      <dgm:spPr/>
    </dgm:pt>
    <dgm:pt modelId="{59E91BDE-C3A3-2146-B266-E1C7FE545971}" type="pres">
      <dgm:prSet presAssocID="{972BFD2C-C085-E843-9171-400907D73C60}" presName="Accent" presStyleLbl="trAlignAcc1" presStyleIdx="6" presStyleCnt="10">
        <dgm:presLayoutVars>
          <dgm:chMax val="0"/>
          <dgm:chPref val="0"/>
        </dgm:presLayoutVars>
      </dgm:prSet>
      <dgm:spPr>
        <a:solidFill>
          <a:schemeClr val="accent1">
            <a:lumMod val="75000"/>
            <a:alpha val="40000"/>
          </a:schemeClr>
        </a:solidFill>
      </dgm:spPr>
    </dgm:pt>
    <dgm:pt modelId="{C4B4BAEC-11F5-ED40-8532-427CB9BC5F63}" type="pres">
      <dgm:prSet presAssocID="{972BFD2C-C085-E843-9171-400907D73C60}" presName="Image" presStyleLbl="alignImgPlace1" presStyleIdx="6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0D4FD06E-8BAC-7A4A-9DAC-A41A72B05744}" type="pres">
      <dgm:prSet presAssocID="{972BFD2C-C085-E843-9171-400907D73C60}" presName="ChildComposite" presStyleCnt="0"/>
      <dgm:spPr/>
    </dgm:pt>
    <dgm:pt modelId="{2BED01FF-7B51-F64D-9064-D2DACCFE1B79}" type="pres">
      <dgm:prSet presAssocID="{972BFD2C-C085-E843-9171-400907D73C60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7F0D375-5FEF-8C49-A6A5-286A9A6D0ACC}" type="pres">
      <dgm:prSet presAssocID="{972BFD2C-C085-E843-9171-400907D73C60}" presName="Parent" presStyleLbl="revTx" presStyleIdx="6" presStyleCnt="10">
        <dgm:presLayoutVars>
          <dgm:chMax val="1"/>
          <dgm:chPref val="0"/>
          <dgm:bulletEnabled val="1"/>
        </dgm:presLayoutVars>
      </dgm:prSet>
      <dgm:spPr/>
    </dgm:pt>
    <dgm:pt modelId="{D8BB9CBF-9DAF-BD4E-B25E-7A9B97EEE8D1}" type="pres">
      <dgm:prSet presAssocID="{690EB7A9-BF14-2A43-A978-B4C409C5AF85}" presName="sibTrans" presStyleCnt="0"/>
      <dgm:spPr/>
    </dgm:pt>
    <dgm:pt modelId="{F07759AC-916C-DC48-A999-90961504E491}" type="pres">
      <dgm:prSet presAssocID="{8E5E8741-B509-6B40-A1CE-1ABF756E78C0}" presName="composite" presStyleCnt="0">
        <dgm:presLayoutVars>
          <dgm:chMax val="1"/>
          <dgm:chPref val="1"/>
        </dgm:presLayoutVars>
      </dgm:prSet>
      <dgm:spPr/>
    </dgm:pt>
    <dgm:pt modelId="{0B2ABE69-2FDB-0941-A308-6FD095831743}" type="pres">
      <dgm:prSet presAssocID="{8E5E8741-B509-6B40-A1CE-1ABF756E78C0}" presName="Accent" presStyleLbl="trAlignAcc1" presStyleIdx="7" presStyleCnt="10">
        <dgm:presLayoutVars>
          <dgm:chMax val="0"/>
          <dgm:chPref val="0"/>
        </dgm:presLayoutVars>
      </dgm:prSet>
      <dgm:spPr>
        <a:solidFill>
          <a:schemeClr val="accent1">
            <a:lumMod val="75000"/>
            <a:alpha val="40000"/>
          </a:schemeClr>
        </a:solidFill>
      </dgm:spPr>
    </dgm:pt>
    <dgm:pt modelId="{2E44CC80-7F74-7E47-B9BD-7E85C683CB36}" type="pres">
      <dgm:prSet presAssocID="{8E5E8741-B509-6B40-A1CE-1ABF756E78C0}" presName="Image" presStyleLbl="alignImgPlace1" presStyleIdx="7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D8D388EB-4E1C-3842-AF77-29F9673F769A}" type="pres">
      <dgm:prSet presAssocID="{8E5E8741-B509-6B40-A1CE-1ABF756E78C0}" presName="ChildComposite" presStyleCnt="0"/>
      <dgm:spPr/>
    </dgm:pt>
    <dgm:pt modelId="{6541615C-DCF5-EC47-96AC-4DC8DE42A6D2}" type="pres">
      <dgm:prSet presAssocID="{8E5E8741-B509-6B40-A1CE-1ABF756E78C0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E61CCD3-76EC-0D48-872D-2240E0343865}" type="pres">
      <dgm:prSet presAssocID="{8E5E8741-B509-6B40-A1CE-1ABF756E78C0}" presName="Parent" presStyleLbl="revTx" presStyleIdx="7" presStyleCnt="10">
        <dgm:presLayoutVars>
          <dgm:chMax val="1"/>
          <dgm:chPref val="0"/>
          <dgm:bulletEnabled val="1"/>
        </dgm:presLayoutVars>
      </dgm:prSet>
      <dgm:spPr/>
    </dgm:pt>
    <dgm:pt modelId="{E19AF5D0-8186-3C47-B136-38A36DBC9F2F}" type="pres">
      <dgm:prSet presAssocID="{AF341AA9-CE14-F746-A8F7-D408338EB3F3}" presName="sibTrans" presStyleCnt="0"/>
      <dgm:spPr/>
    </dgm:pt>
    <dgm:pt modelId="{696899E5-A921-5A41-A2D6-0DCE929896FA}" type="pres">
      <dgm:prSet presAssocID="{476EA3C0-0B7A-7F4C-B48F-C5596CE42EE6}" presName="composite" presStyleCnt="0">
        <dgm:presLayoutVars>
          <dgm:chMax val="1"/>
          <dgm:chPref val="1"/>
        </dgm:presLayoutVars>
      </dgm:prSet>
      <dgm:spPr/>
    </dgm:pt>
    <dgm:pt modelId="{7C95E306-8715-1744-9778-0F8F2F1A171F}" type="pres">
      <dgm:prSet presAssocID="{476EA3C0-0B7A-7F4C-B48F-C5596CE42EE6}" presName="Accent" presStyleLbl="trAlignAcc1" presStyleIdx="8" presStyleCnt="10">
        <dgm:presLayoutVars>
          <dgm:chMax val="0"/>
          <dgm:chPref val="0"/>
        </dgm:presLayoutVars>
      </dgm:prSet>
      <dgm:spPr>
        <a:solidFill>
          <a:schemeClr val="accent1">
            <a:lumMod val="75000"/>
            <a:alpha val="40000"/>
          </a:schemeClr>
        </a:solidFill>
      </dgm:spPr>
    </dgm:pt>
    <dgm:pt modelId="{A14267CF-861C-1644-B1E8-F9B9B9A22B9F}" type="pres">
      <dgm:prSet presAssocID="{476EA3C0-0B7A-7F4C-B48F-C5596CE42EE6}" presName="Image" presStyleLbl="alignImgPlace1" presStyleIdx="8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9E8E871C-1B46-F443-B908-41BA06870D89}" type="pres">
      <dgm:prSet presAssocID="{476EA3C0-0B7A-7F4C-B48F-C5596CE42EE6}" presName="ChildComposite" presStyleCnt="0"/>
      <dgm:spPr/>
    </dgm:pt>
    <dgm:pt modelId="{FD58AD4F-4E4C-D042-818B-B39896F4897F}" type="pres">
      <dgm:prSet presAssocID="{476EA3C0-0B7A-7F4C-B48F-C5596CE42EE6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B80B067-0D68-D048-BE36-2C315F497705}" type="pres">
      <dgm:prSet presAssocID="{476EA3C0-0B7A-7F4C-B48F-C5596CE42EE6}" presName="Parent" presStyleLbl="revTx" presStyleIdx="8" presStyleCnt="10">
        <dgm:presLayoutVars>
          <dgm:chMax val="1"/>
          <dgm:chPref val="0"/>
          <dgm:bulletEnabled val="1"/>
        </dgm:presLayoutVars>
      </dgm:prSet>
      <dgm:spPr/>
    </dgm:pt>
    <dgm:pt modelId="{F6474975-FFD5-4E4F-8E41-8F4A6DF531EB}" type="pres">
      <dgm:prSet presAssocID="{7AD853B6-A711-9445-8256-F9EFD441F823}" presName="sibTrans" presStyleCnt="0"/>
      <dgm:spPr/>
    </dgm:pt>
    <dgm:pt modelId="{6FA0AD07-3BAA-FE4A-A377-4B99A276427B}" type="pres">
      <dgm:prSet presAssocID="{C4C43557-A00E-8442-929D-7CB250836CCD}" presName="composite" presStyleCnt="0">
        <dgm:presLayoutVars>
          <dgm:chMax val="1"/>
          <dgm:chPref val="1"/>
        </dgm:presLayoutVars>
      </dgm:prSet>
      <dgm:spPr/>
    </dgm:pt>
    <dgm:pt modelId="{69E4C126-D8AB-1B41-BFEE-D3549CD4482F}" type="pres">
      <dgm:prSet presAssocID="{C4C43557-A00E-8442-929D-7CB250836CCD}" presName="Accent" presStyleLbl="trAlignAcc1" presStyleIdx="9" presStyleCnt="10">
        <dgm:presLayoutVars>
          <dgm:chMax val="0"/>
          <dgm:chPref val="0"/>
        </dgm:presLayoutVars>
      </dgm:prSet>
      <dgm:spPr>
        <a:solidFill>
          <a:schemeClr val="accent1">
            <a:lumMod val="75000"/>
            <a:alpha val="40000"/>
          </a:schemeClr>
        </a:solidFill>
      </dgm:spPr>
    </dgm:pt>
    <dgm:pt modelId="{AE495A30-DD23-1A4D-875D-8858F6DE2CBA}" type="pres">
      <dgm:prSet presAssocID="{C4C43557-A00E-8442-929D-7CB250836CCD}" presName="Image" presStyleLbl="alignImgPlace1" presStyleIdx="9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</dgm:spPr>
    </dgm:pt>
    <dgm:pt modelId="{278CB5FA-864A-7F41-BEED-A648FDB171E0}" type="pres">
      <dgm:prSet presAssocID="{C4C43557-A00E-8442-929D-7CB250836CCD}" presName="ChildComposite" presStyleCnt="0"/>
      <dgm:spPr/>
    </dgm:pt>
    <dgm:pt modelId="{A1C902EA-A7D5-8143-9686-80AFB640C305}" type="pres">
      <dgm:prSet presAssocID="{C4C43557-A00E-8442-929D-7CB250836CCD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D7C3061-CED7-0F47-965A-56C501427D05}" type="pres">
      <dgm:prSet presAssocID="{C4C43557-A00E-8442-929D-7CB250836CCD}" presName="Parent" presStyleLbl="revTx" presStyleIdx="9" presStyleCnt="10">
        <dgm:presLayoutVars>
          <dgm:chMax val="1"/>
          <dgm:chPref val="0"/>
          <dgm:bulletEnabled val="1"/>
        </dgm:presLayoutVars>
      </dgm:prSet>
      <dgm:spPr/>
    </dgm:pt>
  </dgm:ptLst>
  <dgm:cxnLst>
    <dgm:cxn modelId="{94FC1F20-B6A5-594C-80F1-05914263E3D6}" type="presOf" srcId="{5B783A7A-A370-A743-B73C-4FFEB96C3C5B}" destId="{C72A78F4-BC09-1440-A7E9-D18D05DB076D}" srcOrd="0" destOrd="0" presId="urn:microsoft.com/office/officeart/2008/layout/CaptionedPictures"/>
    <dgm:cxn modelId="{D31E9522-559D-AE4B-9FD4-1DF9023F2B7D}" srcId="{E2C8A439-6E61-674A-B436-BE8BD10BFFA5}" destId="{498E27EE-ADF6-4341-AA21-531F263092FF}" srcOrd="4" destOrd="0" parTransId="{DA29F095-D1B6-EF41-A47A-8195102416BD}" sibTransId="{8D57B424-9FE1-164B-A7E8-F53235A99B0D}"/>
    <dgm:cxn modelId="{40742D27-5BF4-294C-92B6-4E45425016B1}" srcId="{E2C8A439-6E61-674A-B436-BE8BD10BFFA5}" destId="{8E5E8741-B509-6B40-A1CE-1ABF756E78C0}" srcOrd="7" destOrd="0" parTransId="{98F713FA-9CC9-3446-BF80-43B775E77201}" sibTransId="{AF341AA9-CE14-F746-A8F7-D408338EB3F3}"/>
    <dgm:cxn modelId="{C3E16749-55EE-E64D-A250-8C8CD1508C50}" type="presOf" srcId="{2A86D542-238F-2F43-B019-06B87521858E}" destId="{9B41B1EF-2A0F-F543-A153-3C6695FE915B}" srcOrd="0" destOrd="0" presId="urn:microsoft.com/office/officeart/2008/layout/CaptionedPictures"/>
    <dgm:cxn modelId="{9D299A4D-A0A8-E447-9144-64F154F9F707}" type="presOf" srcId="{C4C43557-A00E-8442-929D-7CB250836CCD}" destId="{ED7C3061-CED7-0F47-965A-56C501427D05}" srcOrd="0" destOrd="0" presId="urn:microsoft.com/office/officeart/2008/layout/CaptionedPictures"/>
    <dgm:cxn modelId="{9D95CD60-648F-2E4F-B295-C3C79D04DF50}" srcId="{E2C8A439-6E61-674A-B436-BE8BD10BFFA5}" destId="{33710DF7-D973-D54D-A99B-3673B22D5645}" srcOrd="3" destOrd="0" parTransId="{72AA8E77-E22F-0D41-83B3-2FD842DD06E0}" sibTransId="{972A9201-6889-1645-B728-B1BD0181A550}"/>
    <dgm:cxn modelId="{49AD3867-9135-2148-B26C-A3D0CD24FE6F}" srcId="{E2C8A439-6E61-674A-B436-BE8BD10BFFA5}" destId="{12716C62-9231-8C48-8C76-05E2DDE3D9AD}" srcOrd="5" destOrd="0" parTransId="{4B314B43-4BB3-C346-B9B9-C2EBB32A183B}" sibTransId="{9425F4B1-FC6F-EB46-BE92-1C663AB4445F}"/>
    <dgm:cxn modelId="{EC984868-A45B-8544-8C33-B95630BD233C}" srcId="{E2C8A439-6E61-674A-B436-BE8BD10BFFA5}" destId="{DE0CB06D-7C61-4447-A508-051DE2A079A4}" srcOrd="1" destOrd="0" parTransId="{C4A0A8B2-3A9C-5549-8D68-012321E70161}" sibTransId="{920FF9AA-E4DA-3544-A21A-03AB6347C5EF}"/>
    <dgm:cxn modelId="{86AA426D-799B-424F-826C-C87960E6DF4C}" type="presOf" srcId="{972BFD2C-C085-E843-9171-400907D73C60}" destId="{B7F0D375-5FEF-8C49-A6A5-286A9A6D0ACC}" srcOrd="0" destOrd="0" presId="urn:microsoft.com/office/officeart/2008/layout/CaptionedPictures"/>
    <dgm:cxn modelId="{BA351288-1FB6-1F4C-B97A-6868C03B6551}" srcId="{E2C8A439-6E61-674A-B436-BE8BD10BFFA5}" destId="{2A86D542-238F-2F43-B019-06B87521858E}" srcOrd="2" destOrd="0" parTransId="{2C2840E3-BC1D-1B41-83DC-A5E6A37556DA}" sibTransId="{5CEE8A51-ADF0-9145-8A54-963363C2D1A8}"/>
    <dgm:cxn modelId="{E8C6D48B-80CC-004F-861D-D692F542E780}" type="presOf" srcId="{E2C8A439-6E61-674A-B436-BE8BD10BFFA5}" destId="{4CAA1469-1D07-D342-9B52-CB0D62E01FA3}" srcOrd="0" destOrd="0" presId="urn:microsoft.com/office/officeart/2008/layout/CaptionedPictures"/>
    <dgm:cxn modelId="{0492148F-BEC5-FB4B-B531-C9FE9158F125}" srcId="{E2C8A439-6E61-674A-B436-BE8BD10BFFA5}" destId="{5B783A7A-A370-A743-B73C-4FFEB96C3C5B}" srcOrd="0" destOrd="0" parTransId="{42F33F16-E28A-A746-820A-D3F209A68AA6}" sibTransId="{A9030985-9AD3-9C43-A381-4E53C1D77900}"/>
    <dgm:cxn modelId="{4FBDD9B4-FB49-E04B-AFAC-DDF6DEF5BC6A}" type="presOf" srcId="{12716C62-9231-8C48-8C76-05E2DDE3D9AD}" destId="{F21F53FF-0CE1-244A-AFDA-3C61BF9B018A}" srcOrd="0" destOrd="0" presId="urn:microsoft.com/office/officeart/2008/layout/CaptionedPictures"/>
    <dgm:cxn modelId="{D21583BB-5B72-5C45-A65A-92D72A9902A0}" type="presOf" srcId="{8E5E8741-B509-6B40-A1CE-1ABF756E78C0}" destId="{5E61CCD3-76EC-0D48-872D-2240E0343865}" srcOrd="0" destOrd="0" presId="urn:microsoft.com/office/officeart/2008/layout/CaptionedPictures"/>
    <dgm:cxn modelId="{77751EC2-2B51-454F-9D31-9AC370B2C455}" srcId="{E2C8A439-6E61-674A-B436-BE8BD10BFFA5}" destId="{972BFD2C-C085-E843-9171-400907D73C60}" srcOrd="6" destOrd="0" parTransId="{8CED8B22-38A9-6A47-BA55-533069155AD7}" sibTransId="{690EB7A9-BF14-2A43-A978-B4C409C5AF85}"/>
    <dgm:cxn modelId="{B46EBBC6-949D-954A-88AD-D562D99FDA08}" type="presOf" srcId="{498E27EE-ADF6-4341-AA21-531F263092FF}" destId="{B11079C2-07BD-F046-AB87-86523D278F31}" srcOrd="0" destOrd="0" presId="urn:microsoft.com/office/officeart/2008/layout/CaptionedPictures"/>
    <dgm:cxn modelId="{89E554CB-C9FE-6742-A653-F16380E33E60}" srcId="{E2C8A439-6E61-674A-B436-BE8BD10BFFA5}" destId="{C4C43557-A00E-8442-929D-7CB250836CCD}" srcOrd="9" destOrd="0" parTransId="{0440143F-D3E1-8F4F-946C-B400C34C1300}" sibTransId="{16DA04D5-7D94-D447-8A62-6F61E973C448}"/>
    <dgm:cxn modelId="{A9220CD7-2BF8-CE44-B2D4-736F3D9B472F}" type="presOf" srcId="{33710DF7-D973-D54D-A99B-3673B22D5645}" destId="{6770C34E-F1A3-134F-82D0-77BDE0F394DC}" srcOrd="0" destOrd="0" presId="urn:microsoft.com/office/officeart/2008/layout/CaptionedPictures"/>
    <dgm:cxn modelId="{12D28FD8-B077-DA4D-B5DD-7ED3A6B2DE80}" type="presOf" srcId="{476EA3C0-0B7A-7F4C-B48F-C5596CE42EE6}" destId="{3B80B067-0D68-D048-BE36-2C315F497705}" srcOrd="0" destOrd="0" presId="urn:microsoft.com/office/officeart/2008/layout/CaptionedPictures"/>
    <dgm:cxn modelId="{FDDB0FD9-F3DB-C24C-9015-939D87CEDD52}" type="presOf" srcId="{DE0CB06D-7C61-4447-A508-051DE2A079A4}" destId="{29BCBED9-D7AA-984D-ABFA-D1BE71B11473}" srcOrd="0" destOrd="0" presId="urn:microsoft.com/office/officeart/2008/layout/CaptionedPictures"/>
    <dgm:cxn modelId="{E1C6E5FA-0428-6042-983C-2A9C03994879}" srcId="{E2C8A439-6E61-674A-B436-BE8BD10BFFA5}" destId="{476EA3C0-0B7A-7F4C-B48F-C5596CE42EE6}" srcOrd="8" destOrd="0" parTransId="{0F2F9866-EF01-B94E-B952-6CBEB2F935CA}" sibTransId="{7AD853B6-A711-9445-8256-F9EFD441F823}"/>
    <dgm:cxn modelId="{CF0DD513-5EEE-DE41-97C9-2624EA44C51C}" type="presParOf" srcId="{4CAA1469-1D07-D342-9B52-CB0D62E01FA3}" destId="{F70AFD25-9E7B-E340-9BD8-6B84309E7928}" srcOrd="0" destOrd="0" presId="urn:microsoft.com/office/officeart/2008/layout/CaptionedPictures"/>
    <dgm:cxn modelId="{3082BACD-B4A8-CA41-A92A-C43138622C14}" type="presParOf" srcId="{F70AFD25-9E7B-E340-9BD8-6B84309E7928}" destId="{33DC472C-959F-2C4F-84DC-556C8E9E3199}" srcOrd="0" destOrd="0" presId="urn:microsoft.com/office/officeart/2008/layout/CaptionedPictures"/>
    <dgm:cxn modelId="{1CA4BB96-5780-144E-AD7F-8FA7FB6CD314}" type="presParOf" srcId="{F70AFD25-9E7B-E340-9BD8-6B84309E7928}" destId="{B6FEA636-F9EB-EA4F-975E-F787317DC2A2}" srcOrd="1" destOrd="0" presId="urn:microsoft.com/office/officeart/2008/layout/CaptionedPictures"/>
    <dgm:cxn modelId="{1B60D9B4-5136-1346-8878-6A2C06B59E9C}" type="presParOf" srcId="{F70AFD25-9E7B-E340-9BD8-6B84309E7928}" destId="{D320BD01-F339-9240-B384-E418FD2B37DF}" srcOrd="2" destOrd="0" presId="urn:microsoft.com/office/officeart/2008/layout/CaptionedPictures"/>
    <dgm:cxn modelId="{D40FAD8F-9661-EB47-8395-C7C7D72303F5}" type="presParOf" srcId="{D320BD01-F339-9240-B384-E418FD2B37DF}" destId="{1D8B1185-50AC-ED4F-85BE-61FF90D7A894}" srcOrd="0" destOrd="0" presId="urn:microsoft.com/office/officeart/2008/layout/CaptionedPictures"/>
    <dgm:cxn modelId="{62ED6888-6819-AC4B-8E0A-E23DD8742E8B}" type="presParOf" srcId="{D320BD01-F339-9240-B384-E418FD2B37DF}" destId="{C72A78F4-BC09-1440-A7E9-D18D05DB076D}" srcOrd="1" destOrd="0" presId="urn:microsoft.com/office/officeart/2008/layout/CaptionedPictures"/>
    <dgm:cxn modelId="{3386890E-9816-4C40-8C2D-97A29AB7875D}" type="presParOf" srcId="{4CAA1469-1D07-D342-9B52-CB0D62E01FA3}" destId="{F3153206-F9A4-A840-AD2D-E277FE52F673}" srcOrd="1" destOrd="0" presId="urn:microsoft.com/office/officeart/2008/layout/CaptionedPictures"/>
    <dgm:cxn modelId="{2DF9953D-575C-9A41-BCAA-F429301FEC9A}" type="presParOf" srcId="{4CAA1469-1D07-D342-9B52-CB0D62E01FA3}" destId="{06B7345E-AFB6-8C4C-92C0-7666CE010527}" srcOrd="2" destOrd="0" presId="urn:microsoft.com/office/officeart/2008/layout/CaptionedPictures"/>
    <dgm:cxn modelId="{AE880266-1B88-B348-9285-0756B8912327}" type="presParOf" srcId="{06B7345E-AFB6-8C4C-92C0-7666CE010527}" destId="{AF7DA367-0CFD-C141-90C9-23A2A23CE521}" srcOrd="0" destOrd="0" presId="urn:microsoft.com/office/officeart/2008/layout/CaptionedPictures"/>
    <dgm:cxn modelId="{B9EB24AE-E654-8B42-A737-0BF137DA9087}" type="presParOf" srcId="{06B7345E-AFB6-8C4C-92C0-7666CE010527}" destId="{1B7FC3F1-B98A-4440-B685-95E72525A4D9}" srcOrd="1" destOrd="0" presId="urn:microsoft.com/office/officeart/2008/layout/CaptionedPictures"/>
    <dgm:cxn modelId="{E23DCEEA-F47B-F54B-A84E-6A183C8A93D2}" type="presParOf" srcId="{06B7345E-AFB6-8C4C-92C0-7666CE010527}" destId="{7BCBA3F1-2879-E042-9ACE-6A94774F9E0F}" srcOrd="2" destOrd="0" presId="urn:microsoft.com/office/officeart/2008/layout/CaptionedPictures"/>
    <dgm:cxn modelId="{BE90A273-E262-6E4E-AA49-E6B640A246E4}" type="presParOf" srcId="{7BCBA3F1-2879-E042-9ACE-6A94774F9E0F}" destId="{430D38B4-CBE6-4D4D-9DAE-937816845725}" srcOrd="0" destOrd="0" presId="urn:microsoft.com/office/officeart/2008/layout/CaptionedPictures"/>
    <dgm:cxn modelId="{CE133EC7-B765-014F-AEB7-F56F9B515716}" type="presParOf" srcId="{7BCBA3F1-2879-E042-9ACE-6A94774F9E0F}" destId="{29BCBED9-D7AA-984D-ABFA-D1BE71B11473}" srcOrd="1" destOrd="0" presId="urn:microsoft.com/office/officeart/2008/layout/CaptionedPictures"/>
    <dgm:cxn modelId="{7D36A458-AC77-0442-BD04-B7C44AC4B526}" type="presParOf" srcId="{4CAA1469-1D07-D342-9B52-CB0D62E01FA3}" destId="{03FD5AC6-0D50-464C-A0EA-3E6A966F5BB5}" srcOrd="3" destOrd="0" presId="urn:microsoft.com/office/officeart/2008/layout/CaptionedPictures"/>
    <dgm:cxn modelId="{FD6AAF30-1752-9841-B0C7-DFA26AEF9AA6}" type="presParOf" srcId="{4CAA1469-1D07-D342-9B52-CB0D62E01FA3}" destId="{8234114F-D8EC-C440-ADC8-0D802211D4FE}" srcOrd="4" destOrd="0" presId="urn:microsoft.com/office/officeart/2008/layout/CaptionedPictures"/>
    <dgm:cxn modelId="{D7424093-AF36-3F48-BC94-646282F88FDF}" type="presParOf" srcId="{8234114F-D8EC-C440-ADC8-0D802211D4FE}" destId="{DE1E5706-6918-614A-8B6F-63FB9A3FB7C4}" srcOrd="0" destOrd="0" presId="urn:microsoft.com/office/officeart/2008/layout/CaptionedPictures"/>
    <dgm:cxn modelId="{7B49FFC1-A073-8448-8684-F97EEEB54154}" type="presParOf" srcId="{8234114F-D8EC-C440-ADC8-0D802211D4FE}" destId="{C1BFF07A-6AEF-A543-A5A7-BD0E1B51B2D5}" srcOrd="1" destOrd="0" presId="urn:microsoft.com/office/officeart/2008/layout/CaptionedPictures"/>
    <dgm:cxn modelId="{A6873FE9-13ED-7E48-960C-880268CF3040}" type="presParOf" srcId="{8234114F-D8EC-C440-ADC8-0D802211D4FE}" destId="{8F45D1F3-54C3-8C4C-8BFC-2ECD32A7322F}" srcOrd="2" destOrd="0" presId="urn:microsoft.com/office/officeart/2008/layout/CaptionedPictures"/>
    <dgm:cxn modelId="{9E762F54-52B3-494D-889D-566FC46E26AF}" type="presParOf" srcId="{8F45D1F3-54C3-8C4C-8BFC-2ECD32A7322F}" destId="{3135B8C2-45BF-914F-B1B0-7ED9353AABD4}" srcOrd="0" destOrd="0" presId="urn:microsoft.com/office/officeart/2008/layout/CaptionedPictures"/>
    <dgm:cxn modelId="{14E38516-CA5D-984F-B6B6-8A7F55619A86}" type="presParOf" srcId="{8F45D1F3-54C3-8C4C-8BFC-2ECD32A7322F}" destId="{9B41B1EF-2A0F-F543-A153-3C6695FE915B}" srcOrd="1" destOrd="0" presId="urn:microsoft.com/office/officeart/2008/layout/CaptionedPictures"/>
    <dgm:cxn modelId="{A42B76CC-2175-B547-9E78-28CA0D04D200}" type="presParOf" srcId="{4CAA1469-1D07-D342-9B52-CB0D62E01FA3}" destId="{70FB192F-DF70-7643-87EA-D384D3DD0BA5}" srcOrd="5" destOrd="0" presId="urn:microsoft.com/office/officeart/2008/layout/CaptionedPictures"/>
    <dgm:cxn modelId="{627CF8A1-C717-3F44-B07A-733206907CB1}" type="presParOf" srcId="{4CAA1469-1D07-D342-9B52-CB0D62E01FA3}" destId="{964D3B1C-11CB-BE41-998E-AA89EF1371BE}" srcOrd="6" destOrd="0" presId="urn:microsoft.com/office/officeart/2008/layout/CaptionedPictures"/>
    <dgm:cxn modelId="{452F5667-7A42-B944-A926-42F03DC9F536}" type="presParOf" srcId="{964D3B1C-11CB-BE41-998E-AA89EF1371BE}" destId="{B13B8608-DBCC-2F47-B8E3-FC21C62C81B8}" srcOrd="0" destOrd="0" presId="urn:microsoft.com/office/officeart/2008/layout/CaptionedPictures"/>
    <dgm:cxn modelId="{F541ED64-95E2-8B4B-856B-2C99248C827B}" type="presParOf" srcId="{964D3B1C-11CB-BE41-998E-AA89EF1371BE}" destId="{01D93D43-2560-394D-872D-2258043748DC}" srcOrd="1" destOrd="0" presId="urn:microsoft.com/office/officeart/2008/layout/CaptionedPictures"/>
    <dgm:cxn modelId="{5E4DF240-282B-4940-9AE8-E7753EFC8005}" type="presParOf" srcId="{964D3B1C-11CB-BE41-998E-AA89EF1371BE}" destId="{896C264F-459A-C947-9464-02874D14809C}" srcOrd="2" destOrd="0" presId="urn:microsoft.com/office/officeart/2008/layout/CaptionedPictures"/>
    <dgm:cxn modelId="{89D567E0-FB11-C341-9A1B-04E1895636A0}" type="presParOf" srcId="{896C264F-459A-C947-9464-02874D14809C}" destId="{04887B23-0371-9445-A553-BB887DA902E2}" srcOrd="0" destOrd="0" presId="urn:microsoft.com/office/officeart/2008/layout/CaptionedPictures"/>
    <dgm:cxn modelId="{BE090CAF-5EF4-EF42-AE00-F8B8F584FA3F}" type="presParOf" srcId="{896C264F-459A-C947-9464-02874D14809C}" destId="{6770C34E-F1A3-134F-82D0-77BDE0F394DC}" srcOrd="1" destOrd="0" presId="urn:microsoft.com/office/officeart/2008/layout/CaptionedPictures"/>
    <dgm:cxn modelId="{FBDC3680-5C85-5C47-B733-4225B948E541}" type="presParOf" srcId="{4CAA1469-1D07-D342-9B52-CB0D62E01FA3}" destId="{5D586110-A2D2-1B49-9297-C86446AE1EC9}" srcOrd="7" destOrd="0" presId="urn:microsoft.com/office/officeart/2008/layout/CaptionedPictures"/>
    <dgm:cxn modelId="{EB0562BE-6F6F-FB4D-81E1-B0355FB0A4D7}" type="presParOf" srcId="{4CAA1469-1D07-D342-9B52-CB0D62E01FA3}" destId="{6EDD18A5-DF53-F84D-A70B-B0364358BA04}" srcOrd="8" destOrd="0" presId="urn:microsoft.com/office/officeart/2008/layout/CaptionedPictures"/>
    <dgm:cxn modelId="{1504054C-1DE5-8149-BE89-C144A91B50EE}" type="presParOf" srcId="{6EDD18A5-DF53-F84D-A70B-B0364358BA04}" destId="{8FAEB964-7414-F548-A327-F6B3AFEFCA0D}" srcOrd="0" destOrd="0" presId="urn:microsoft.com/office/officeart/2008/layout/CaptionedPictures"/>
    <dgm:cxn modelId="{C43AD48A-1353-D44D-BBD3-501B22DE589F}" type="presParOf" srcId="{6EDD18A5-DF53-F84D-A70B-B0364358BA04}" destId="{A4132AA0-2742-1040-BA20-316B60697E88}" srcOrd="1" destOrd="0" presId="urn:microsoft.com/office/officeart/2008/layout/CaptionedPictures"/>
    <dgm:cxn modelId="{FBC8DD01-8DEE-FF4B-B5A4-84B086BADDB7}" type="presParOf" srcId="{6EDD18A5-DF53-F84D-A70B-B0364358BA04}" destId="{A0C437AC-AE99-F941-A2E2-BD34C85AAD44}" srcOrd="2" destOrd="0" presId="urn:microsoft.com/office/officeart/2008/layout/CaptionedPictures"/>
    <dgm:cxn modelId="{A640C4A7-9928-AF47-AD2C-06786F28D073}" type="presParOf" srcId="{A0C437AC-AE99-F941-A2E2-BD34C85AAD44}" destId="{B7B38E10-0C73-7044-8FC6-33F1C6C33FC5}" srcOrd="0" destOrd="0" presId="urn:microsoft.com/office/officeart/2008/layout/CaptionedPictures"/>
    <dgm:cxn modelId="{E0799B05-8A15-0045-B906-059B193140EB}" type="presParOf" srcId="{A0C437AC-AE99-F941-A2E2-BD34C85AAD44}" destId="{B11079C2-07BD-F046-AB87-86523D278F31}" srcOrd="1" destOrd="0" presId="urn:microsoft.com/office/officeart/2008/layout/CaptionedPictures"/>
    <dgm:cxn modelId="{67EEFA99-DCC8-044E-99E2-3FBBA4B6F152}" type="presParOf" srcId="{4CAA1469-1D07-D342-9B52-CB0D62E01FA3}" destId="{9C816E22-613F-644D-A43D-912B2A67B0F9}" srcOrd="9" destOrd="0" presId="urn:microsoft.com/office/officeart/2008/layout/CaptionedPictures"/>
    <dgm:cxn modelId="{17AA7BAC-A77C-874E-8173-10C548ABEFAD}" type="presParOf" srcId="{4CAA1469-1D07-D342-9B52-CB0D62E01FA3}" destId="{71A3BEC1-9815-E841-A50B-3A4CA9452E12}" srcOrd="10" destOrd="0" presId="urn:microsoft.com/office/officeart/2008/layout/CaptionedPictures"/>
    <dgm:cxn modelId="{B856590E-1311-2749-A079-D216E672F699}" type="presParOf" srcId="{71A3BEC1-9815-E841-A50B-3A4CA9452E12}" destId="{AAD04952-5E6D-A145-8401-7DA451FFE338}" srcOrd="0" destOrd="0" presId="urn:microsoft.com/office/officeart/2008/layout/CaptionedPictures"/>
    <dgm:cxn modelId="{BE134FB4-8F55-C24F-84DF-99160D9FB6D4}" type="presParOf" srcId="{71A3BEC1-9815-E841-A50B-3A4CA9452E12}" destId="{A0F68BDA-AF8E-774F-ADA1-AD23199107E3}" srcOrd="1" destOrd="0" presId="urn:microsoft.com/office/officeart/2008/layout/CaptionedPictures"/>
    <dgm:cxn modelId="{D9F5BE5D-98D2-0248-80B1-C2C5CB509BC0}" type="presParOf" srcId="{71A3BEC1-9815-E841-A50B-3A4CA9452E12}" destId="{FDE779CC-C4A9-5148-878B-F94B4CAAF107}" srcOrd="2" destOrd="0" presId="urn:microsoft.com/office/officeart/2008/layout/CaptionedPictures"/>
    <dgm:cxn modelId="{157F0FAC-B9F3-BC44-ADA2-2C20E065B6E2}" type="presParOf" srcId="{FDE779CC-C4A9-5148-878B-F94B4CAAF107}" destId="{B461E7E3-5D3F-4A4A-B83C-203A26B46497}" srcOrd="0" destOrd="0" presId="urn:microsoft.com/office/officeart/2008/layout/CaptionedPictures"/>
    <dgm:cxn modelId="{45FE7857-944A-DE44-BB94-FA3B36106FEA}" type="presParOf" srcId="{FDE779CC-C4A9-5148-878B-F94B4CAAF107}" destId="{F21F53FF-0CE1-244A-AFDA-3C61BF9B018A}" srcOrd="1" destOrd="0" presId="urn:microsoft.com/office/officeart/2008/layout/CaptionedPictures"/>
    <dgm:cxn modelId="{FDA3B29B-EFA7-3B4D-ABFE-954A50E9D505}" type="presParOf" srcId="{4CAA1469-1D07-D342-9B52-CB0D62E01FA3}" destId="{511C82FA-FD3E-A242-873E-2799833C7B69}" srcOrd="11" destOrd="0" presId="urn:microsoft.com/office/officeart/2008/layout/CaptionedPictures"/>
    <dgm:cxn modelId="{41011797-985F-9C4C-8528-228BB5205919}" type="presParOf" srcId="{4CAA1469-1D07-D342-9B52-CB0D62E01FA3}" destId="{0287F279-D48E-FB40-845B-BF271AD06AFB}" srcOrd="12" destOrd="0" presId="urn:microsoft.com/office/officeart/2008/layout/CaptionedPictures"/>
    <dgm:cxn modelId="{21314514-C5B2-5D42-A355-2AD3A55124F8}" type="presParOf" srcId="{0287F279-D48E-FB40-845B-BF271AD06AFB}" destId="{59E91BDE-C3A3-2146-B266-E1C7FE545971}" srcOrd="0" destOrd="0" presId="urn:microsoft.com/office/officeart/2008/layout/CaptionedPictures"/>
    <dgm:cxn modelId="{9D468080-45FF-7B46-BCC0-A727852AD7AF}" type="presParOf" srcId="{0287F279-D48E-FB40-845B-BF271AD06AFB}" destId="{C4B4BAEC-11F5-ED40-8532-427CB9BC5F63}" srcOrd="1" destOrd="0" presId="urn:microsoft.com/office/officeart/2008/layout/CaptionedPictures"/>
    <dgm:cxn modelId="{3255804C-87E9-6B43-A51F-B2D8F95489B5}" type="presParOf" srcId="{0287F279-D48E-FB40-845B-BF271AD06AFB}" destId="{0D4FD06E-8BAC-7A4A-9DAC-A41A72B05744}" srcOrd="2" destOrd="0" presId="urn:microsoft.com/office/officeart/2008/layout/CaptionedPictures"/>
    <dgm:cxn modelId="{DB62C5E8-84B2-EC43-95CF-310810050A57}" type="presParOf" srcId="{0D4FD06E-8BAC-7A4A-9DAC-A41A72B05744}" destId="{2BED01FF-7B51-F64D-9064-D2DACCFE1B79}" srcOrd="0" destOrd="0" presId="urn:microsoft.com/office/officeart/2008/layout/CaptionedPictures"/>
    <dgm:cxn modelId="{320D8385-E4D5-BC4F-BC72-046AF7A45197}" type="presParOf" srcId="{0D4FD06E-8BAC-7A4A-9DAC-A41A72B05744}" destId="{B7F0D375-5FEF-8C49-A6A5-286A9A6D0ACC}" srcOrd="1" destOrd="0" presId="urn:microsoft.com/office/officeart/2008/layout/CaptionedPictures"/>
    <dgm:cxn modelId="{3C089F33-AD38-6A4B-927C-0BB45A99E416}" type="presParOf" srcId="{4CAA1469-1D07-D342-9B52-CB0D62E01FA3}" destId="{D8BB9CBF-9DAF-BD4E-B25E-7A9B97EEE8D1}" srcOrd="13" destOrd="0" presId="urn:microsoft.com/office/officeart/2008/layout/CaptionedPictures"/>
    <dgm:cxn modelId="{6BC137BE-A4B3-E245-A4AC-4378991263DF}" type="presParOf" srcId="{4CAA1469-1D07-D342-9B52-CB0D62E01FA3}" destId="{F07759AC-916C-DC48-A999-90961504E491}" srcOrd="14" destOrd="0" presId="urn:microsoft.com/office/officeart/2008/layout/CaptionedPictures"/>
    <dgm:cxn modelId="{8DB60CFD-B570-8E45-B4E7-844D78F75097}" type="presParOf" srcId="{F07759AC-916C-DC48-A999-90961504E491}" destId="{0B2ABE69-2FDB-0941-A308-6FD095831743}" srcOrd="0" destOrd="0" presId="urn:microsoft.com/office/officeart/2008/layout/CaptionedPictures"/>
    <dgm:cxn modelId="{E6E5039D-F08F-654C-874C-015F147878A6}" type="presParOf" srcId="{F07759AC-916C-DC48-A999-90961504E491}" destId="{2E44CC80-7F74-7E47-B9BD-7E85C683CB36}" srcOrd="1" destOrd="0" presId="urn:microsoft.com/office/officeart/2008/layout/CaptionedPictures"/>
    <dgm:cxn modelId="{EF943870-276A-7441-BE17-271EF449D0C9}" type="presParOf" srcId="{F07759AC-916C-DC48-A999-90961504E491}" destId="{D8D388EB-4E1C-3842-AF77-29F9673F769A}" srcOrd="2" destOrd="0" presId="urn:microsoft.com/office/officeart/2008/layout/CaptionedPictures"/>
    <dgm:cxn modelId="{B1AABBF6-1324-7446-A49B-1AB7420B0318}" type="presParOf" srcId="{D8D388EB-4E1C-3842-AF77-29F9673F769A}" destId="{6541615C-DCF5-EC47-96AC-4DC8DE42A6D2}" srcOrd="0" destOrd="0" presId="urn:microsoft.com/office/officeart/2008/layout/CaptionedPictures"/>
    <dgm:cxn modelId="{983622AD-2D69-D64D-9057-391A5A2228E3}" type="presParOf" srcId="{D8D388EB-4E1C-3842-AF77-29F9673F769A}" destId="{5E61CCD3-76EC-0D48-872D-2240E0343865}" srcOrd="1" destOrd="0" presId="urn:microsoft.com/office/officeart/2008/layout/CaptionedPictures"/>
    <dgm:cxn modelId="{45473A28-20FE-8C4E-B853-005F066C7046}" type="presParOf" srcId="{4CAA1469-1D07-D342-9B52-CB0D62E01FA3}" destId="{E19AF5D0-8186-3C47-B136-38A36DBC9F2F}" srcOrd="15" destOrd="0" presId="urn:microsoft.com/office/officeart/2008/layout/CaptionedPictures"/>
    <dgm:cxn modelId="{CD62CD13-B556-8C4B-BF92-FC7CAF605BCE}" type="presParOf" srcId="{4CAA1469-1D07-D342-9B52-CB0D62E01FA3}" destId="{696899E5-A921-5A41-A2D6-0DCE929896FA}" srcOrd="16" destOrd="0" presId="urn:microsoft.com/office/officeart/2008/layout/CaptionedPictures"/>
    <dgm:cxn modelId="{AF5C127A-CD7D-CE4B-8372-09090D7A76AE}" type="presParOf" srcId="{696899E5-A921-5A41-A2D6-0DCE929896FA}" destId="{7C95E306-8715-1744-9778-0F8F2F1A171F}" srcOrd="0" destOrd="0" presId="urn:microsoft.com/office/officeart/2008/layout/CaptionedPictures"/>
    <dgm:cxn modelId="{0359CB57-A96B-8C46-8E36-D710D5937946}" type="presParOf" srcId="{696899E5-A921-5A41-A2D6-0DCE929896FA}" destId="{A14267CF-861C-1644-B1E8-F9B9B9A22B9F}" srcOrd="1" destOrd="0" presId="urn:microsoft.com/office/officeart/2008/layout/CaptionedPictures"/>
    <dgm:cxn modelId="{154490FB-C007-BE41-B5A6-94B444F82D12}" type="presParOf" srcId="{696899E5-A921-5A41-A2D6-0DCE929896FA}" destId="{9E8E871C-1B46-F443-B908-41BA06870D89}" srcOrd="2" destOrd="0" presId="urn:microsoft.com/office/officeart/2008/layout/CaptionedPictures"/>
    <dgm:cxn modelId="{2A62BB46-7542-3D45-970E-6D79E4AE38E8}" type="presParOf" srcId="{9E8E871C-1B46-F443-B908-41BA06870D89}" destId="{FD58AD4F-4E4C-D042-818B-B39896F4897F}" srcOrd="0" destOrd="0" presId="urn:microsoft.com/office/officeart/2008/layout/CaptionedPictures"/>
    <dgm:cxn modelId="{BE9EC315-A097-874E-A918-1C391BFA1FF2}" type="presParOf" srcId="{9E8E871C-1B46-F443-B908-41BA06870D89}" destId="{3B80B067-0D68-D048-BE36-2C315F497705}" srcOrd="1" destOrd="0" presId="urn:microsoft.com/office/officeart/2008/layout/CaptionedPictures"/>
    <dgm:cxn modelId="{FF99EC15-1FFC-8D4B-8E72-895A379AA4E0}" type="presParOf" srcId="{4CAA1469-1D07-D342-9B52-CB0D62E01FA3}" destId="{F6474975-FFD5-4E4F-8E41-8F4A6DF531EB}" srcOrd="17" destOrd="0" presId="urn:microsoft.com/office/officeart/2008/layout/CaptionedPictures"/>
    <dgm:cxn modelId="{AB2047DE-CB68-9641-B34D-B60D67D8EC4B}" type="presParOf" srcId="{4CAA1469-1D07-D342-9B52-CB0D62E01FA3}" destId="{6FA0AD07-3BAA-FE4A-A377-4B99A276427B}" srcOrd="18" destOrd="0" presId="urn:microsoft.com/office/officeart/2008/layout/CaptionedPictures"/>
    <dgm:cxn modelId="{F486D6C5-33DF-2241-8A3E-800965B70BF3}" type="presParOf" srcId="{6FA0AD07-3BAA-FE4A-A377-4B99A276427B}" destId="{69E4C126-D8AB-1B41-BFEE-D3549CD4482F}" srcOrd="0" destOrd="0" presId="urn:microsoft.com/office/officeart/2008/layout/CaptionedPictures"/>
    <dgm:cxn modelId="{E0AD4492-F65A-4147-BA8A-BE0370C76D4B}" type="presParOf" srcId="{6FA0AD07-3BAA-FE4A-A377-4B99A276427B}" destId="{AE495A30-DD23-1A4D-875D-8858F6DE2CBA}" srcOrd="1" destOrd="0" presId="urn:microsoft.com/office/officeart/2008/layout/CaptionedPictures"/>
    <dgm:cxn modelId="{85E87DEA-7C87-C74A-99DD-C63EDE316FD7}" type="presParOf" srcId="{6FA0AD07-3BAA-FE4A-A377-4B99A276427B}" destId="{278CB5FA-864A-7F41-BEED-A648FDB171E0}" srcOrd="2" destOrd="0" presId="urn:microsoft.com/office/officeart/2008/layout/CaptionedPictures"/>
    <dgm:cxn modelId="{0A2F69C9-8C30-4F46-A669-7DBEFF7C4904}" type="presParOf" srcId="{278CB5FA-864A-7F41-BEED-A648FDB171E0}" destId="{A1C902EA-A7D5-8143-9686-80AFB640C305}" srcOrd="0" destOrd="0" presId="urn:microsoft.com/office/officeart/2008/layout/CaptionedPictures"/>
    <dgm:cxn modelId="{388EA292-E9D2-D642-9758-F289FB87F7FC}" type="presParOf" srcId="{278CB5FA-864A-7F41-BEED-A648FDB171E0}" destId="{ED7C3061-CED7-0F47-965A-56C501427D05}" srcOrd="1" destOrd="0" presId="urn:microsoft.com/office/officeart/2008/layout/CaptionedPictures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841D4F-D3A8-A349-8D03-47086D48308B}" type="doc">
      <dgm:prSet loTypeId="urn:microsoft.com/office/officeart/2005/8/layout/process5" loCatId="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505973FC-BC7F-4348-A7AC-71067E56960C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u="none" dirty="0">
              <a:solidFill>
                <a:schemeClr val="tx1">
                  <a:lumMod val="95000"/>
                  <a:lumOff val="5000"/>
                </a:schemeClr>
              </a:solidFill>
            </a:rPr>
            <a:t>The system powers ON and initializes the Arduino, LCD,, and memory.</a:t>
          </a:r>
          <a:endParaRPr lang="en-US" sz="1600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5DDFBC36-C20A-754C-81F6-8489E0BBECE7}" type="parTrans" cxnId="{B5119F9E-C1EE-F74E-9AD6-3D1EE41EAA8B}">
      <dgm:prSet/>
      <dgm:spPr/>
      <dgm:t>
        <a:bodyPr/>
        <a:lstStyle/>
        <a:p>
          <a:endParaRPr lang="en-US"/>
        </a:p>
      </dgm:t>
    </dgm:pt>
    <dgm:pt modelId="{0B9C45EF-463D-4D4A-9FE4-F0214E319C2D}" type="sibTrans" cxnId="{B5119F9E-C1EE-F74E-9AD6-3D1EE41EAA8B}">
      <dgm:prSet/>
      <dgm:spPr/>
      <dgm:t>
        <a:bodyPr/>
        <a:lstStyle/>
        <a:p>
          <a:endParaRPr lang="en-US"/>
        </a:p>
      </dgm:t>
    </dgm:pt>
    <dgm:pt modelId="{36F34255-C2AC-3D42-85E4-041CB2EB5A2E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0" i="0" u="none" dirty="0">
              <a:solidFill>
                <a:schemeClr val="tx1"/>
              </a:solidFill>
            </a:rPr>
            <a:t>Th</a:t>
          </a:r>
          <a:r>
            <a:rPr lang="en-US" sz="1400" b="0" i="0" u="none" dirty="0">
              <a:solidFill>
                <a:schemeClr val="tx1"/>
              </a:solidFill>
            </a:rPr>
            <a:t>e captured ID is verified against the authorized voter list; the system then checks non-volatile memory to ensure the voter has not already cast a ballot..</a:t>
          </a:r>
          <a:endParaRPr lang="en-US" sz="1400" dirty="0">
            <a:solidFill>
              <a:schemeClr val="tx1"/>
            </a:solidFill>
          </a:endParaRPr>
        </a:p>
      </dgm:t>
    </dgm:pt>
    <dgm:pt modelId="{7682140A-B674-2E4C-A5CD-C3D6324295FF}" type="parTrans" cxnId="{D671F128-1EED-A042-80F3-AE43315BF3BF}">
      <dgm:prSet/>
      <dgm:spPr/>
      <dgm:t>
        <a:bodyPr/>
        <a:lstStyle/>
        <a:p>
          <a:endParaRPr lang="en-US"/>
        </a:p>
      </dgm:t>
    </dgm:pt>
    <dgm:pt modelId="{1324FB95-1799-E34A-88F4-D39B0AD4503C}" type="sibTrans" cxnId="{D671F128-1EED-A042-80F3-AE43315BF3BF}">
      <dgm:prSet/>
      <dgm:spPr/>
      <dgm:t>
        <a:bodyPr/>
        <a:lstStyle/>
        <a:p>
          <a:endParaRPr lang="en-US"/>
        </a:p>
      </dgm:t>
    </dgm:pt>
    <dgm:pt modelId="{DAF3F6FD-E0CE-2040-A57E-1B5DEB7DFF41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u="none" dirty="0">
              <a:solidFill>
                <a:schemeClr val="tx1">
                  <a:lumMod val="95000"/>
                  <a:lumOff val="5000"/>
                </a:schemeClr>
              </a:solidFill>
            </a:rPr>
            <a:t>The system checks non-volatile memory to confirm the voter has not voted before.</a:t>
          </a:r>
          <a:endParaRPr lang="en-US" sz="1600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68657722-8696-274A-9DEE-14A2D5C7E7F8}" type="parTrans" cxnId="{0AC49364-42BD-F64B-825E-51D94A068420}">
      <dgm:prSet/>
      <dgm:spPr/>
      <dgm:t>
        <a:bodyPr/>
        <a:lstStyle/>
        <a:p>
          <a:endParaRPr lang="en-US"/>
        </a:p>
      </dgm:t>
    </dgm:pt>
    <dgm:pt modelId="{1307A9D4-9A61-4749-A717-381001094FC2}" type="sibTrans" cxnId="{0AC49364-42BD-F64B-825E-51D94A068420}">
      <dgm:prSet/>
      <dgm:spPr/>
      <dgm:t>
        <a:bodyPr/>
        <a:lstStyle/>
        <a:p>
          <a:endParaRPr lang="en-US"/>
        </a:p>
      </dgm:t>
    </dgm:pt>
    <dgm:pt modelId="{676D9C30-2E1D-F64E-AF7B-342AC0501D33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u="none" dirty="0">
              <a:solidFill>
                <a:schemeClr val="tx1">
                  <a:lumMod val="95000"/>
                  <a:lumOff val="5000"/>
                </a:schemeClr>
              </a:solidFill>
            </a:rPr>
            <a:t>If authentication is successful, the system enables the voting buttons.</a:t>
          </a:r>
          <a:endParaRPr lang="en-US" sz="1600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5D5FEA74-A358-2643-8121-8CFBEB731FE7}" type="parTrans" cxnId="{21B16537-582A-A644-8D38-BFB3FEF7F5A5}">
      <dgm:prSet/>
      <dgm:spPr/>
      <dgm:t>
        <a:bodyPr/>
        <a:lstStyle/>
        <a:p>
          <a:endParaRPr lang="en-US"/>
        </a:p>
      </dgm:t>
    </dgm:pt>
    <dgm:pt modelId="{0A1A447B-A89D-B84F-85B6-4EC611EFCC9D}" type="sibTrans" cxnId="{21B16537-582A-A644-8D38-BFB3FEF7F5A5}">
      <dgm:prSet/>
      <dgm:spPr/>
      <dgm:t>
        <a:bodyPr/>
        <a:lstStyle/>
        <a:p>
          <a:endParaRPr lang="en-US"/>
        </a:p>
      </dgm:t>
    </dgm:pt>
    <dgm:pt modelId="{CAA9650E-4279-F34D-B0A6-2F8DABA2F6A4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u="none" dirty="0">
              <a:solidFill>
                <a:schemeClr val="tx1">
                  <a:lumMod val="95000"/>
                  <a:lumOff val="5000"/>
                </a:schemeClr>
              </a:solidFill>
            </a:rPr>
            <a:t>The voter presses one candidate button to cast a vote.</a:t>
          </a:r>
          <a:endParaRPr lang="en-US" sz="1600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CD6C883E-2833-7640-9BD4-859E9A4A0083}" type="parTrans" cxnId="{CFC626EA-5F22-8F48-BB41-38BBC6252067}">
      <dgm:prSet/>
      <dgm:spPr/>
      <dgm:t>
        <a:bodyPr/>
        <a:lstStyle/>
        <a:p>
          <a:endParaRPr lang="en-US"/>
        </a:p>
      </dgm:t>
    </dgm:pt>
    <dgm:pt modelId="{1753F803-8651-604C-BC5A-55DBC0619CFC}" type="sibTrans" cxnId="{CFC626EA-5F22-8F48-BB41-38BBC6252067}">
      <dgm:prSet/>
      <dgm:spPr/>
      <dgm:t>
        <a:bodyPr/>
        <a:lstStyle/>
        <a:p>
          <a:endParaRPr lang="en-US"/>
        </a:p>
      </dgm:t>
    </dgm:pt>
    <dgm:pt modelId="{08815631-CC03-E342-8567-712551A5B22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u="none" dirty="0">
              <a:solidFill>
                <a:schemeClr val="tx1">
                  <a:lumMod val="95000"/>
                  <a:lumOff val="5000"/>
                </a:schemeClr>
              </a:solidFill>
            </a:rPr>
            <a:t>The selected candidate’s vote count is incremented.</a:t>
          </a:r>
          <a:endParaRPr lang="en-US" sz="1600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A0B53D8A-0C26-544D-B10F-401950BB06E7}" type="parTrans" cxnId="{729341A8-24C3-1643-A57F-B47E38D926B3}">
      <dgm:prSet/>
      <dgm:spPr/>
      <dgm:t>
        <a:bodyPr/>
        <a:lstStyle/>
        <a:p>
          <a:endParaRPr lang="en-US"/>
        </a:p>
      </dgm:t>
    </dgm:pt>
    <dgm:pt modelId="{0AB0DCF6-8DF6-6A48-94CD-B80B8E622EBB}" type="sibTrans" cxnId="{729341A8-24C3-1643-A57F-B47E38D926B3}">
      <dgm:prSet/>
      <dgm:spPr/>
      <dgm:t>
        <a:bodyPr/>
        <a:lstStyle/>
        <a:p>
          <a:endParaRPr lang="en-US"/>
        </a:p>
      </dgm:t>
    </dgm:pt>
    <dgm:pt modelId="{430F8C70-3832-5448-A959-2BC3D89659F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u="none" dirty="0">
              <a:solidFill>
                <a:schemeClr val="tx1">
                  <a:lumMod val="95000"/>
                  <a:lumOff val="5000"/>
                </a:schemeClr>
              </a:solidFill>
            </a:rPr>
            <a:t>The voting status is stored permanently in memory.</a:t>
          </a:r>
          <a:endParaRPr lang="en-US" sz="1600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4805B987-B585-E446-ADDB-7CF69CB34A4E}" type="parTrans" cxnId="{61A81B0B-14C7-9645-8265-05B82ECDDF96}">
      <dgm:prSet/>
      <dgm:spPr/>
      <dgm:t>
        <a:bodyPr/>
        <a:lstStyle/>
        <a:p>
          <a:endParaRPr lang="en-US"/>
        </a:p>
      </dgm:t>
    </dgm:pt>
    <dgm:pt modelId="{5BD7B536-9608-B84A-A4D2-EEF99B9CC03E}" type="sibTrans" cxnId="{61A81B0B-14C7-9645-8265-05B82ECDDF96}">
      <dgm:prSet/>
      <dgm:spPr/>
      <dgm:t>
        <a:bodyPr/>
        <a:lstStyle/>
        <a:p>
          <a:endParaRPr lang="en-US"/>
        </a:p>
      </dgm:t>
    </dgm:pt>
    <dgm:pt modelId="{24FF9948-5A6D-1F43-B3AC-D308796776E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u="none" dirty="0">
              <a:solidFill>
                <a:schemeClr val="tx1"/>
              </a:solidFill>
            </a:rPr>
            <a:t>If multiple buttons are detected simultaneously or unauthorized access is attempted, the system triggers a tamper lock </a:t>
          </a:r>
          <a:endParaRPr lang="en-US" sz="1600" dirty="0">
            <a:solidFill>
              <a:schemeClr val="tx1"/>
            </a:solidFill>
          </a:endParaRPr>
        </a:p>
      </dgm:t>
    </dgm:pt>
    <dgm:pt modelId="{E2DC6001-D06D-1B4E-9E6D-A88A00D8CE08}" type="parTrans" cxnId="{7292A056-45BE-7147-B534-35521C55F7DF}">
      <dgm:prSet/>
      <dgm:spPr/>
      <dgm:t>
        <a:bodyPr/>
        <a:lstStyle/>
        <a:p>
          <a:endParaRPr lang="en-US"/>
        </a:p>
      </dgm:t>
    </dgm:pt>
    <dgm:pt modelId="{D2EB4CE0-882B-984B-8FAE-5897D8E3A84F}" type="sibTrans" cxnId="{7292A056-45BE-7147-B534-35521C55F7DF}">
      <dgm:prSet/>
      <dgm:spPr/>
      <dgm:t>
        <a:bodyPr/>
        <a:lstStyle/>
        <a:p>
          <a:endParaRPr lang="en-US"/>
        </a:p>
      </dgm:t>
    </dgm:pt>
    <dgm:pt modelId="{25193B30-8777-C64D-AB87-1A65B32848F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u="none" dirty="0">
              <a:solidFill>
                <a:schemeClr val="tx1">
                  <a:lumMod val="95000"/>
                  <a:lumOff val="5000"/>
                </a:schemeClr>
              </a:solidFill>
            </a:rPr>
            <a:t>After voting, the system locks and waits for next person to vote.</a:t>
          </a:r>
          <a:endParaRPr lang="en-US" sz="1600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442D54DB-D793-2847-B163-90997692DA91}" type="parTrans" cxnId="{D89205E4-3FCA-EB4D-BD6F-F70AA73CD4B4}">
      <dgm:prSet/>
      <dgm:spPr/>
      <dgm:t>
        <a:bodyPr/>
        <a:lstStyle/>
        <a:p>
          <a:endParaRPr lang="en-US"/>
        </a:p>
      </dgm:t>
    </dgm:pt>
    <dgm:pt modelId="{0947F4DB-DB3C-434A-B7EB-142FA9D294E5}" type="sibTrans" cxnId="{D89205E4-3FCA-EB4D-BD6F-F70AA73CD4B4}">
      <dgm:prSet/>
      <dgm:spPr/>
      <dgm:t>
        <a:bodyPr/>
        <a:lstStyle/>
        <a:p>
          <a:endParaRPr lang="en-US"/>
        </a:p>
      </dgm:t>
    </dgm:pt>
    <dgm:pt modelId="{1824D65C-82A2-0F49-9CF5-12D84785706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0" i="0" u="none" dirty="0">
              <a:solidFill>
                <a:schemeClr val="tx1"/>
              </a:solidFill>
            </a:rPr>
            <a:t>The LCD prompts the user to scan their identity; the system uses a </a:t>
          </a:r>
          <a:r>
            <a:rPr lang="en-US" b="0" i="0" dirty="0">
              <a:solidFill>
                <a:schemeClr val="tx1"/>
              </a:solidFill>
            </a:rPr>
            <a:t>Face Scanner</a:t>
          </a:r>
          <a:r>
            <a:rPr lang="en-US" b="1" i="0" dirty="0">
              <a:solidFill>
                <a:schemeClr val="tx1"/>
              </a:solidFill>
            </a:rPr>
            <a:t> </a:t>
          </a:r>
          <a:r>
            <a:rPr lang="en-US" b="0" i="0" u="none" dirty="0">
              <a:solidFill>
                <a:schemeClr val="tx1"/>
              </a:solidFill>
            </a:rPr>
            <a:t>to capture unique voter data.</a:t>
          </a:r>
          <a:endParaRPr lang="en-US" dirty="0">
            <a:solidFill>
              <a:schemeClr val="tx1"/>
            </a:solidFill>
          </a:endParaRPr>
        </a:p>
      </dgm:t>
    </dgm:pt>
    <dgm:pt modelId="{1E1671B4-7A82-8A47-84F3-75404776F24E}" type="parTrans" cxnId="{BF5B5307-DA60-3F4B-AF9D-D1F581A2E512}">
      <dgm:prSet/>
      <dgm:spPr/>
      <dgm:t>
        <a:bodyPr/>
        <a:lstStyle/>
        <a:p>
          <a:endParaRPr lang="en-US"/>
        </a:p>
      </dgm:t>
    </dgm:pt>
    <dgm:pt modelId="{8ECC533A-CEB2-A14F-8CBD-C63B102EEEFE}" type="sibTrans" cxnId="{BF5B5307-DA60-3F4B-AF9D-D1F581A2E512}">
      <dgm:prSet/>
      <dgm:spPr/>
      <dgm:t>
        <a:bodyPr/>
        <a:lstStyle/>
        <a:p>
          <a:endParaRPr lang="en-US"/>
        </a:p>
      </dgm:t>
    </dgm:pt>
    <dgm:pt modelId="{79A0D239-29AE-994D-9F26-58FE5D86C683}" type="pres">
      <dgm:prSet presAssocID="{15841D4F-D3A8-A349-8D03-47086D48308B}" presName="diagram" presStyleCnt="0">
        <dgm:presLayoutVars>
          <dgm:dir/>
          <dgm:resizeHandles val="exact"/>
        </dgm:presLayoutVars>
      </dgm:prSet>
      <dgm:spPr/>
    </dgm:pt>
    <dgm:pt modelId="{1C7C3489-5E27-0542-AD4F-6E53775E09B8}" type="pres">
      <dgm:prSet presAssocID="{505973FC-BC7F-4348-A7AC-71067E56960C}" presName="node" presStyleLbl="node1" presStyleIdx="0" presStyleCnt="10" custScaleX="108815" custScaleY="169194">
        <dgm:presLayoutVars>
          <dgm:bulletEnabled val="1"/>
        </dgm:presLayoutVars>
      </dgm:prSet>
      <dgm:spPr/>
    </dgm:pt>
    <dgm:pt modelId="{5A7155E0-ACB0-B641-BE67-4BBB038F7C2F}" type="pres">
      <dgm:prSet presAssocID="{0B9C45EF-463D-4D4A-9FE4-F0214E319C2D}" presName="sibTrans" presStyleLbl="sibTrans2D1" presStyleIdx="0" presStyleCnt="9"/>
      <dgm:spPr/>
    </dgm:pt>
    <dgm:pt modelId="{2BC26ABD-046C-4E46-922B-AFB8A6B961FA}" type="pres">
      <dgm:prSet presAssocID="{0B9C45EF-463D-4D4A-9FE4-F0214E319C2D}" presName="connectorText" presStyleLbl="sibTrans2D1" presStyleIdx="0" presStyleCnt="9"/>
      <dgm:spPr/>
    </dgm:pt>
    <dgm:pt modelId="{28716CF0-141C-A447-BC73-ACEDCF46B078}" type="pres">
      <dgm:prSet presAssocID="{1824D65C-82A2-0F49-9CF5-12D847857061}" presName="node" presStyleLbl="node1" presStyleIdx="1" presStyleCnt="10" custScaleX="108752" custScaleY="159850">
        <dgm:presLayoutVars>
          <dgm:bulletEnabled val="1"/>
        </dgm:presLayoutVars>
      </dgm:prSet>
      <dgm:spPr/>
    </dgm:pt>
    <dgm:pt modelId="{047A9544-DB7B-9A4A-900E-5BB1AD9E434C}" type="pres">
      <dgm:prSet presAssocID="{8ECC533A-CEB2-A14F-8CBD-C63B102EEEFE}" presName="sibTrans" presStyleLbl="sibTrans2D1" presStyleIdx="1" presStyleCnt="9"/>
      <dgm:spPr/>
    </dgm:pt>
    <dgm:pt modelId="{C06E643E-A851-4049-A7A1-05902326B76B}" type="pres">
      <dgm:prSet presAssocID="{8ECC533A-CEB2-A14F-8CBD-C63B102EEEFE}" presName="connectorText" presStyleLbl="sibTrans2D1" presStyleIdx="1" presStyleCnt="9"/>
      <dgm:spPr/>
    </dgm:pt>
    <dgm:pt modelId="{D7114670-BFB8-CE40-84A5-3798BCFEA05D}" type="pres">
      <dgm:prSet presAssocID="{36F34255-C2AC-3D42-85E4-041CB2EB5A2E}" presName="node" presStyleLbl="node1" presStyleIdx="2" presStyleCnt="10" custScaleX="119971" custScaleY="214883">
        <dgm:presLayoutVars>
          <dgm:bulletEnabled val="1"/>
        </dgm:presLayoutVars>
      </dgm:prSet>
      <dgm:spPr/>
    </dgm:pt>
    <dgm:pt modelId="{4DAE9D31-EC8F-B941-A834-219CA53A5EEC}" type="pres">
      <dgm:prSet presAssocID="{1324FB95-1799-E34A-88F4-D39B0AD4503C}" presName="sibTrans" presStyleLbl="sibTrans2D1" presStyleIdx="2" presStyleCnt="9"/>
      <dgm:spPr/>
    </dgm:pt>
    <dgm:pt modelId="{1906FE21-0371-C44C-BB29-59CF8BE85830}" type="pres">
      <dgm:prSet presAssocID="{1324FB95-1799-E34A-88F4-D39B0AD4503C}" presName="connectorText" presStyleLbl="sibTrans2D1" presStyleIdx="2" presStyleCnt="9"/>
      <dgm:spPr/>
    </dgm:pt>
    <dgm:pt modelId="{1878C222-473C-414B-87CF-DE6FE0184332}" type="pres">
      <dgm:prSet presAssocID="{DAF3F6FD-E0CE-2040-A57E-1B5DEB7DFF41}" presName="node" presStyleLbl="node1" presStyleIdx="3" presStyleCnt="10" custScaleX="124101" custScaleY="169754">
        <dgm:presLayoutVars>
          <dgm:bulletEnabled val="1"/>
        </dgm:presLayoutVars>
      </dgm:prSet>
      <dgm:spPr/>
    </dgm:pt>
    <dgm:pt modelId="{DEB7676D-C3B3-FD42-BF0D-BF74BF36A93F}" type="pres">
      <dgm:prSet presAssocID="{1307A9D4-9A61-4749-A717-381001094FC2}" presName="sibTrans" presStyleLbl="sibTrans2D1" presStyleIdx="3" presStyleCnt="9"/>
      <dgm:spPr/>
    </dgm:pt>
    <dgm:pt modelId="{E1B0C1B1-3654-EC40-AC50-2FA9F7EAE569}" type="pres">
      <dgm:prSet presAssocID="{1307A9D4-9A61-4749-A717-381001094FC2}" presName="connectorText" presStyleLbl="sibTrans2D1" presStyleIdx="3" presStyleCnt="9"/>
      <dgm:spPr/>
    </dgm:pt>
    <dgm:pt modelId="{517780F5-EE69-BC4E-8094-441AC2BCC35D}" type="pres">
      <dgm:prSet presAssocID="{676D9C30-2E1D-F64E-AF7B-342AC0501D33}" presName="node" presStyleLbl="node1" presStyleIdx="4" presStyleCnt="10" custScaleX="106500" custScaleY="124946">
        <dgm:presLayoutVars>
          <dgm:bulletEnabled val="1"/>
        </dgm:presLayoutVars>
      </dgm:prSet>
      <dgm:spPr/>
    </dgm:pt>
    <dgm:pt modelId="{B501BAEC-B895-824A-870A-FE7FFE7A162E}" type="pres">
      <dgm:prSet presAssocID="{0A1A447B-A89D-B84F-85B6-4EC611EFCC9D}" presName="sibTrans" presStyleLbl="sibTrans2D1" presStyleIdx="4" presStyleCnt="9"/>
      <dgm:spPr/>
    </dgm:pt>
    <dgm:pt modelId="{CC404562-DA46-CD44-994A-11DC2D6122FB}" type="pres">
      <dgm:prSet presAssocID="{0A1A447B-A89D-B84F-85B6-4EC611EFCC9D}" presName="connectorText" presStyleLbl="sibTrans2D1" presStyleIdx="4" presStyleCnt="9"/>
      <dgm:spPr/>
    </dgm:pt>
    <dgm:pt modelId="{A5A4F26E-7AC3-5B4C-8259-9A2C6348032C}" type="pres">
      <dgm:prSet presAssocID="{CAA9650E-4279-F34D-B0A6-2F8DABA2F6A4}" presName="node" presStyleLbl="node1" presStyleIdx="5" presStyleCnt="10" custScaleX="112451" custScaleY="129232">
        <dgm:presLayoutVars>
          <dgm:bulletEnabled val="1"/>
        </dgm:presLayoutVars>
      </dgm:prSet>
      <dgm:spPr/>
    </dgm:pt>
    <dgm:pt modelId="{0291A7F2-5388-F145-A9B0-92183F9DA2F8}" type="pres">
      <dgm:prSet presAssocID="{1753F803-8651-604C-BC5A-55DBC0619CFC}" presName="sibTrans" presStyleLbl="sibTrans2D1" presStyleIdx="5" presStyleCnt="9"/>
      <dgm:spPr/>
    </dgm:pt>
    <dgm:pt modelId="{89BDE27E-9EF4-7042-9A83-DE6EC4987E07}" type="pres">
      <dgm:prSet presAssocID="{1753F803-8651-604C-BC5A-55DBC0619CFC}" presName="connectorText" presStyleLbl="sibTrans2D1" presStyleIdx="5" presStyleCnt="9"/>
      <dgm:spPr/>
    </dgm:pt>
    <dgm:pt modelId="{D87F7F2A-BC48-1542-85C9-92719A97C3DD}" type="pres">
      <dgm:prSet presAssocID="{08815631-CC03-E342-8567-712551A5B222}" presName="node" presStyleLbl="node1" presStyleIdx="6" presStyleCnt="10" custScaleX="119903" custScaleY="153721">
        <dgm:presLayoutVars>
          <dgm:bulletEnabled val="1"/>
        </dgm:presLayoutVars>
      </dgm:prSet>
      <dgm:spPr/>
    </dgm:pt>
    <dgm:pt modelId="{D0A8C4ED-B7F3-D04B-9FDC-8E4954ED0BCD}" type="pres">
      <dgm:prSet presAssocID="{0AB0DCF6-8DF6-6A48-94CD-B80B8E622EBB}" presName="sibTrans" presStyleLbl="sibTrans2D1" presStyleIdx="6" presStyleCnt="9"/>
      <dgm:spPr/>
    </dgm:pt>
    <dgm:pt modelId="{323B4215-5F72-694C-A04A-E17EBFA249C3}" type="pres">
      <dgm:prSet presAssocID="{0AB0DCF6-8DF6-6A48-94CD-B80B8E622EBB}" presName="connectorText" presStyleLbl="sibTrans2D1" presStyleIdx="6" presStyleCnt="9"/>
      <dgm:spPr/>
    </dgm:pt>
    <dgm:pt modelId="{95F7E920-39C9-2C47-B90E-39927ED7389A}" type="pres">
      <dgm:prSet presAssocID="{430F8C70-3832-5448-A959-2BC3D89659F8}" presName="node" presStyleLbl="node1" presStyleIdx="7" presStyleCnt="10" custScaleX="108393" custScaleY="153721">
        <dgm:presLayoutVars>
          <dgm:bulletEnabled val="1"/>
        </dgm:presLayoutVars>
      </dgm:prSet>
      <dgm:spPr/>
    </dgm:pt>
    <dgm:pt modelId="{BBB6ADEA-0161-7747-976A-BCD89F8FA807}" type="pres">
      <dgm:prSet presAssocID="{5BD7B536-9608-B84A-A4D2-EEF99B9CC03E}" presName="sibTrans" presStyleLbl="sibTrans2D1" presStyleIdx="7" presStyleCnt="9"/>
      <dgm:spPr/>
    </dgm:pt>
    <dgm:pt modelId="{FBEC9A3F-DF96-D546-A215-1C29FCDC283B}" type="pres">
      <dgm:prSet presAssocID="{5BD7B536-9608-B84A-A4D2-EEF99B9CC03E}" presName="connectorText" presStyleLbl="sibTrans2D1" presStyleIdx="7" presStyleCnt="9"/>
      <dgm:spPr/>
    </dgm:pt>
    <dgm:pt modelId="{DC2C4A40-CFE3-C943-968C-F814BC367519}" type="pres">
      <dgm:prSet presAssocID="{24FF9948-5A6D-1F43-B3AC-D308796776EF}" presName="node" presStyleLbl="node1" presStyleIdx="8" presStyleCnt="10" custScaleX="142100" custScaleY="170050">
        <dgm:presLayoutVars>
          <dgm:bulletEnabled val="1"/>
        </dgm:presLayoutVars>
      </dgm:prSet>
      <dgm:spPr/>
    </dgm:pt>
    <dgm:pt modelId="{6069C7DF-DA5A-0F46-85D4-C176EFDC03E5}" type="pres">
      <dgm:prSet presAssocID="{D2EB4CE0-882B-984B-8FAE-5897D8E3A84F}" presName="sibTrans" presStyleLbl="sibTrans2D1" presStyleIdx="8" presStyleCnt="9"/>
      <dgm:spPr/>
    </dgm:pt>
    <dgm:pt modelId="{A730A865-47D0-EA48-AA89-45ADFC7BAF07}" type="pres">
      <dgm:prSet presAssocID="{D2EB4CE0-882B-984B-8FAE-5897D8E3A84F}" presName="connectorText" presStyleLbl="sibTrans2D1" presStyleIdx="8" presStyleCnt="9"/>
      <dgm:spPr/>
    </dgm:pt>
    <dgm:pt modelId="{C91EE715-AEFC-7F41-A09B-C35E14A955EE}" type="pres">
      <dgm:prSet presAssocID="{25193B30-8777-C64D-AB87-1A65B32848FF}" presName="node" presStyleLbl="node1" presStyleIdx="9" presStyleCnt="10" custScaleX="94884" custScaleY="169688" custLinFactNeighborX="12248" custLinFactNeighborY="1868">
        <dgm:presLayoutVars>
          <dgm:bulletEnabled val="1"/>
        </dgm:presLayoutVars>
      </dgm:prSet>
      <dgm:spPr/>
    </dgm:pt>
  </dgm:ptLst>
  <dgm:cxnLst>
    <dgm:cxn modelId="{2261F404-6425-C248-B509-C2BD131A6509}" type="presOf" srcId="{5BD7B536-9608-B84A-A4D2-EEF99B9CC03E}" destId="{BBB6ADEA-0161-7747-976A-BCD89F8FA807}" srcOrd="0" destOrd="0" presId="urn:microsoft.com/office/officeart/2005/8/layout/process5"/>
    <dgm:cxn modelId="{B4ED9205-CFB0-0749-9A75-7F9BC2CDFD4F}" type="presOf" srcId="{1324FB95-1799-E34A-88F4-D39B0AD4503C}" destId="{1906FE21-0371-C44C-BB29-59CF8BE85830}" srcOrd="1" destOrd="0" presId="urn:microsoft.com/office/officeart/2005/8/layout/process5"/>
    <dgm:cxn modelId="{BF5B5307-DA60-3F4B-AF9D-D1F581A2E512}" srcId="{15841D4F-D3A8-A349-8D03-47086D48308B}" destId="{1824D65C-82A2-0F49-9CF5-12D847857061}" srcOrd="1" destOrd="0" parTransId="{1E1671B4-7A82-8A47-84F3-75404776F24E}" sibTransId="{8ECC533A-CEB2-A14F-8CBD-C63B102EEEFE}"/>
    <dgm:cxn modelId="{61A81B0B-14C7-9645-8265-05B82ECDDF96}" srcId="{15841D4F-D3A8-A349-8D03-47086D48308B}" destId="{430F8C70-3832-5448-A959-2BC3D89659F8}" srcOrd="7" destOrd="0" parTransId="{4805B987-B585-E446-ADDB-7CF69CB34A4E}" sibTransId="{5BD7B536-9608-B84A-A4D2-EEF99B9CC03E}"/>
    <dgm:cxn modelId="{11299014-96BE-5B42-B1B6-6E6F36654CCE}" type="presOf" srcId="{1824D65C-82A2-0F49-9CF5-12D847857061}" destId="{28716CF0-141C-A447-BC73-ACEDCF46B078}" srcOrd="0" destOrd="0" presId="urn:microsoft.com/office/officeart/2005/8/layout/process5"/>
    <dgm:cxn modelId="{B9CF8E21-AA80-CF40-B3F1-654133B99895}" type="presOf" srcId="{0AB0DCF6-8DF6-6A48-94CD-B80B8E622EBB}" destId="{323B4215-5F72-694C-A04A-E17EBFA249C3}" srcOrd="1" destOrd="0" presId="urn:microsoft.com/office/officeart/2005/8/layout/process5"/>
    <dgm:cxn modelId="{D671F128-1EED-A042-80F3-AE43315BF3BF}" srcId="{15841D4F-D3A8-A349-8D03-47086D48308B}" destId="{36F34255-C2AC-3D42-85E4-041CB2EB5A2E}" srcOrd="2" destOrd="0" parTransId="{7682140A-B674-2E4C-A5CD-C3D6324295FF}" sibTransId="{1324FB95-1799-E34A-88F4-D39B0AD4503C}"/>
    <dgm:cxn modelId="{08A6F52C-B8DA-1848-BEAC-6CFF71AE027D}" type="presOf" srcId="{1753F803-8651-604C-BC5A-55DBC0619CFC}" destId="{89BDE27E-9EF4-7042-9A83-DE6EC4987E07}" srcOrd="1" destOrd="0" presId="urn:microsoft.com/office/officeart/2005/8/layout/process5"/>
    <dgm:cxn modelId="{37661D36-F13D-2841-970B-56A85BEBB33A}" type="presOf" srcId="{8ECC533A-CEB2-A14F-8CBD-C63B102EEEFE}" destId="{C06E643E-A851-4049-A7A1-05902326B76B}" srcOrd="1" destOrd="0" presId="urn:microsoft.com/office/officeart/2005/8/layout/process5"/>
    <dgm:cxn modelId="{21B16537-582A-A644-8D38-BFB3FEF7F5A5}" srcId="{15841D4F-D3A8-A349-8D03-47086D48308B}" destId="{676D9C30-2E1D-F64E-AF7B-342AC0501D33}" srcOrd="4" destOrd="0" parTransId="{5D5FEA74-A358-2643-8121-8CFBEB731FE7}" sibTransId="{0A1A447B-A89D-B84F-85B6-4EC611EFCC9D}"/>
    <dgm:cxn modelId="{71628941-016E-6944-971C-F7A154718444}" type="presOf" srcId="{5BD7B536-9608-B84A-A4D2-EEF99B9CC03E}" destId="{FBEC9A3F-DF96-D546-A215-1C29FCDC283B}" srcOrd="1" destOrd="0" presId="urn:microsoft.com/office/officeart/2005/8/layout/process5"/>
    <dgm:cxn modelId="{F51D0543-C923-0247-98D3-1A28417E6EB6}" type="presOf" srcId="{1307A9D4-9A61-4749-A717-381001094FC2}" destId="{E1B0C1B1-3654-EC40-AC50-2FA9F7EAE569}" srcOrd="1" destOrd="0" presId="urn:microsoft.com/office/officeart/2005/8/layout/process5"/>
    <dgm:cxn modelId="{3DD83245-73CC-9C4D-A953-DFB7B599F360}" type="presOf" srcId="{25193B30-8777-C64D-AB87-1A65B32848FF}" destId="{C91EE715-AEFC-7F41-A09B-C35E14A955EE}" srcOrd="0" destOrd="0" presId="urn:microsoft.com/office/officeart/2005/8/layout/process5"/>
    <dgm:cxn modelId="{9FF49145-C476-AB40-B63C-FC550FA7D3BF}" type="presOf" srcId="{1307A9D4-9A61-4749-A717-381001094FC2}" destId="{DEB7676D-C3B3-FD42-BF0D-BF74BF36A93F}" srcOrd="0" destOrd="0" presId="urn:microsoft.com/office/officeart/2005/8/layout/process5"/>
    <dgm:cxn modelId="{81F6EC45-9CE2-CE41-B816-B61CCF7B79F0}" type="presOf" srcId="{D2EB4CE0-882B-984B-8FAE-5897D8E3A84F}" destId="{A730A865-47D0-EA48-AA89-45ADFC7BAF07}" srcOrd="1" destOrd="0" presId="urn:microsoft.com/office/officeart/2005/8/layout/process5"/>
    <dgm:cxn modelId="{7292A056-45BE-7147-B534-35521C55F7DF}" srcId="{15841D4F-D3A8-A349-8D03-47086D48308B}" destId="{24FF9948-5A6D-1F43-B3AC-D308796776EF}" srcOrd="8" destOrd="0" parTransId="{E2DC6001-D06D-1B4E-9E6D-A88A00D8CE08}" sibTransId="{D2EB4CE0-882B-984B-8FAE-5897D8E3A84F}"/>
    <dgm:cxn modelId="{E033A858-68EE-074E-A90A-05E4BDFE295C}" type="presOf" srcId="{0B9C45EF-463D-4D4A-9FE4-F0214E319C2D}" destId="{5A7155E0-ACB0-B641-BE67-4BBB038F7C2F}" srcOrd="0" destOrd="0" presId="urn:microsoft.com/office/officeart/2005/8/layout/process5"/>
    <dgm:cxn modelId="{0AC49364-42BD-F64B-825E-51D94A068420}" srcId="{15841D4F-D3A8-A349-8D03-47086D48308B}" destId="{DAF3F6FD-E0CE-2040-A57E-1B5DEB7DFF41}" srcOrd="3" destOrd="0" parTransId="{68657722-8696-274A-9DEE-14A2D5C7E7F8}" sibTransId="{1307A9D4-9A61-4749-A717-381001094FC2}"/>
    <dgm:cxn modelId="{CB78AF66-59CC-404D-967A-CE41348AFAA6}" type="presOf" srcId="{0AB0DCF6-8DF6-6A48-94CD-B80B8E622EBB}" destId="{D0A8C4ED-B7F3-D04B-9FDC-8E4954ED0BCD}" srcOrd="0" destOrd="0" presId="urn:microsoft.com/office/officeart/2005/8/layout/process5"/>
    <dgm:cxn modelId="{C61DE570-6ABC-D542-8778-B258328F58F8}" type="presOf" srcId="{676D9C30-2E1D-F64E-AF7B-342AC0501D33}" destId="{517780F5-EE69-BC4E-8094-441AC2BCC35D}" srcOrd="0" destOrd="0" presId="urn:microsoft.com/office/officeart/2005/8/layout/process5"/>
    <dgm:cxn modelId="{FF5CBD7A-F944-104F-AABF-39CA58006F7D}" type="presOf" srcId="{1753F803-8651-604C-BC5A-55DBC0619CFC}" destId="{0291A7F2-5388-F145-A9B0-92183F9DA2F8}" srcOrd="0" destOrd="0" presId="urn:microsoft.com/office/officeart/2005/8/layout/process5"/>
    <dgm:cxn modelId="{8851477E-17DF-8C46-BEE7-8C68F228CC7E}" type="presOf" srcId="{08815631-CC03-E342-8567-712551A5B222}" destId="{D87F7F2A-BC48-1542-85C9-92719A97C3DD}" srcOrd="0" destOrd="0" presId="urn:microsoft.com/office/officeart/2005/8/layout/process5"/>
    <dgm:cxn modelId="{B5119F9E-C1EE-F74E-9AD6-3D1EE41EAA8B}" srcId="{15841D4F-D3A8-A349-8D03-47086D48308B}" destId="{505973FC-BC7F-4348-A7AC-71067E56960C}" srcOrd="0" destOrd="0" parTransId="{5DDFBC36-C20A-754C-81F6-8489E0BBECE7}" sibTransId="{0B9C45EF-463D-4D4A-9FE4-F0214E319C2D}"/>
    <dgm:cxn modelId="{5C1BF49F-BA9B-0446-A985-9BBE026CC910}" type="presOf" srcId="{0A1A447B-A89D-B84F-85B6-4EC611EFCC9D}" destId="{B501BAEC-B895-824A-870A-FE7FFE7A162E}" srcOrd="0" destOrd="0" presId="urn:microsoft.com/office/officeart/2005/8/layout/process5"/>
    <dgm:cxn modelId="{B798ECA4-7723-8C40-8C52-D6A0EB09B4EB}" type="presOf" srcId="{15841D4F-D3A8-A349-8D03-47086D48308B}" destId="{79A0D239-29AE-994D-9F26-58FE5D86C683}" srcOrd="0" destOrd="0" presId="urn:microsoft.com/office/officeart/2005/8/layout/process5"/>
    <dgm:cxn modelId="{729341A8-24C3-1643-A57F-B47E38D926B3}" srcId="{15841D4F-D3A8-A349-8D03-47086D48308B}" destId="{08815631-CC03-E342-8567-712551A5B222}" srcOrd="6" destOrd="0" parTransId="{A0B53D8A-0C26-544D-B10F-401950BB06E7}" sibTransId="{0AB0DCF6-8DF6-6A48-94CD-B80B8E622EBB}"/>
    <dgm:cxn modelId="{0F02C4A8-9ED1-024A-B043-4F625D7F6C46}" type="presOf" srcId="{DAF3F6FD-E0CE-2040-A57E-1B5DEB7DFF41}" destId="{1878C222-473C-414B-87CF-DE6FE0184332}" srcOrd="0" destOrd="0" presId="urn:microsoft.com/office/officeart/2005/8/layout/process5"/>
    <dgm:cxn modelId="{6E61DEB7-0974-C04B-9794-B51A4B496CDF}" type="presOf" srcId="{CAA9650E-4279-F34D-B0A6-2F8DABA2F6A4}" destId="{A5A4F26E-7AC3-5B4C-8259-9A2C6348032C}" srcOrd="0" destOrd="0" presId="urn:microsoft.com/office/officeart/2005/8/layout/process5"/>
    <dgm:cxn modelId="{64E15BC0-2D1A-1441-BCFC-7A0F3C4AAA68}" type="presOf" srcId="{505973FC-BC7F-4348-A7AC-71067E56960C}" destId="{1C7C3489-5E27-0542-AD4F-6E53775E09B8}" srcOrd="0" destOrd="0" presId="urn:microsoft.com/office/officeart/2005/8/layout/process5"/>
    <dgm:cxn modelId="{F91597C5-45DD-E54B-8627-78742F6BD906}" type="presOf" srcId="{0A1A447B-A89D-B84F-85B6-4EC611EFCC9D}" destId="{CC404562-DA46-CD44-994A-11DC2D6122FB}" srcOrd="1" destOrd="0" presId="urn:microsoft.com/office/officeart/2005/8/layout/process5"/>
    <dgm:cxn modelId="{21DFC3CA-C52A-E64E-ACF9-BD2BA23345DE}" type="presOf" srcId="{24FF9948-5A6D-1F43-B3AC-D308796776EF}" destId="{DC2C4A40-CFE3-C943-968C-F814BC367519}" srcOrd="0" destOrd="0" presId="urn:microsoft.com/office/officeart/2005/8/layout/process5"/>
    <dgm:cxn modelId="{F7BC31DC-3360-A642-88E9-6A0327D02AA7}" type="presOf" srcId="{36F34255-C2AC-3D42-85E4-041CB2EB5A2E}" destId="{D7114670-BFB8-CE40-84A5-3798BCFEA05D}" srcOrd="0" destOrd="0" presId="urn:microsoft.com/office/officeart/2005/8/layout/process5"/>
    <dgm:cxn modelId="{D89205E4-3FCA-EB4D-BD6F-F70AA73CD4B4}" srcId="{15841D4F-D3A8-A349-8D03-47086D48308B}" destId="{25193B30-8777-C64D-AB87-1A65B32848FF}" srcOrd="9" destOrd="0" parTransId="{442D54DB-D793-2847-B163-90997692DA91}" sibTransId="{0947F4DB-DB3C-434A-B7EB-142FA9D294E5}"/>
    <dgm:cxn modelId="{ADAE4CE5-0855-2D47-A5E9-2C7541614636}" type="presOf" srcId="{1324FB95-1799-E34A-88F4-D39B0AD4503C}" destId="{4DAE9D31-EC8F-B941-A834-219CA53A5EEC}" srcOrd="0" destOrd="0" presId="urn:microsoft.com/office/officeart/2005/8/layout/process5"/>
    <dgm:cxn modelId="{CFC626EA-5F22-8F48-BB41-38BBC6252067}" srcId="{15841D4F-D3A8-A349-8D03-47086D48308B}" destId="{CAA9650E-4279-F34D-B0A6-2F8DABA2F6A4}" srcOrd="5" destOrd="0" parTransId="{CD6C883E-2833-7640-9BD4-859E9A4A0083}" sibTransId="{1753F803-8651-604C-BC5A-55DBC0619CFC}"/>
    <dgm:cxn modelId="{317CB2F4-B001-374A-A3C6-6654FC01E8BD}" type="presOf" srcId="{430F8C70-3832-5448-A959-2BC3D89659F8}" destId="{95F7E920-39C9-2C47-B90E-39927ED7389A}" srcOrd="0" destOrd="0" presId="urn:microsoft.com/office/officeart/2005/8/layout/process5"/>
    <dgm:cxn modelId="{3A331CF5-18AB-F64C-9786-15D3733699A9}" type="presOf" srcId="{D2EB4CE0-882B-984B-8FAE-5897D8E3A84F}" destId="{6069C7DF-DA5A-0F46-85D4-C176EFDC03E5}" srcOrd="0" destOrd="0" presId="urn:microsoft.com/office/officeart/2005/8/layout/process5"/>
    <dgm:cxn modelId="{8FEC1DFA-0CC1-D34C-998B-707469BCCDB4}" type="presOf" srcId="{8ECC533A-CEB2-A14F-8CBD-C63B102EEEFE}" destId="{047A9544-DB7B-9A4A-900E-5BB1AD9E434C}" srcOrd="0" destOrd="0" presId="urn:microsoft.com/office/officeart/2005/8/layout/process5"/>
    <dgm:cxn modelId="{F5B5E3FC-AE34-DC44-AB34-3BD20B39B080}" type="presOf" srcId="{0B9C45EF-463D-4D4A-9FE4-F0214E319C2D}" destId="{2BC26ABD-046C-4E46-922B-AFB8A6B961FA}" srcOrd="1" destOrd="0" presId="urn:microsoft.com/office/officeart/2005/8/layout/process5"/>
    <dgm:cxn modelId="{87F6487E-4508-D644-B331-A17980E8826E}" type="presParOf" srcId="{79A0D239-29AE-994D-9F26-58FE5D86C683}" destId="{1C7C3489-5E27-0542-AD4F-6E53775E09B8}" srcOrd="0" destOrd="0" presId="urn:microsoft.com/office/officeart/2005/8/layout/process5"/>
    <dgm:cxn modelId="{3F21AB7E-64E0-B146-AC38-A812402E556B}" type="presParOf" srcId="{79A0D239-29AE-994D-9F26-58FE5D86C683}" destId="{5A7155E0-ACB0-B641-BE67-4BBB038F7C2F}" srcOrd="1" destOrd="0" presId="urn:microsoft.com/office/officeart/2005/8/layout/process5"/>
    <dgm:cxn modelId="{0066B40C-BB5C-814F-8AE3-FB3B238D53B0}" type="presParOf" srcId="{5A7155E0-ACB0-B641-BE67-4BBB038F7C2F}" destId="{2BC26ABD-046C-4E46-922B-AFB8A6B961FA}" srcOrd="0" destOrd="0" presId="urn:microsoft.com/office/officeart/2005/8/layout/process5"/>
    <dgm:cxn modelId="{C21A6DD7-2255-A94B-9033-A1D221C6CEE9}" type="presParOf" srcId="{79A0D239-29AE-994D-9F26-58FE5D86C683}" destId="{28716CF0-141C-A447-BC73-ACEDCF46B078}" srcOrd="2" destOrd="0" presId="urn:microsoft.com/office/officeart/2005/8/layout/process5"/>
    <dgm:cxn modelId="{D57AA242-8404-5749-A496-5A1665F372D4}" type="presParOf" srcId="{79A0D239-29AE-994D-9F26-58FE5D86C683}" destId="{047A9544-DB7B-9A4A-900E-5BB1AD9E434C}" srcOrd="3" destOrd="0" presId="urn:microsoft.com/office/officeart/2005/8/layout/process5"/>
    <dgm:cxn modelId="{D007BA5F-243D-9E49-A67C-24FADDC177DB}" type="presParOf" srcId="{047A9544-DB7B-9A4A-900E-5BB1AD9E434C}" destId="{C06E643E-A851-4049-A7A1-05902326B76B}" srcOrd="0" destOrd="0" presId="urn:microsoft.com/office/officeart/2005/8/layout/process5"/>
    <dgm:cxn modelId="{AA8C47FE-97ED-E44E-B776-861BA646DE6B}" type="presParOf" srcId="{79A0D239-29AE-994D-9F26-58FE5D86C683}" destId="{D7114670-BFB8-CE40-84A5-3798BCFEA05D}" srcOrd="4" destOrd="0" presId="urn:microsoft.com/office/officeart/2005/8/layout/process5"/>
    <dgm:cxn modelId="{0BD0AEDF-7628-5F40-8168-885120348A0D}" type="presParOf" srcId="{79A0D239-29AE-994D-9F26-58FE5D86C683}" destId="{4DAE9D31-EC8F-B941-A834-219CA53A5EEC}" srcOrd="5" destOrd="0" presId="urn:microsoft.com/office/officeart/2005/8/layout/process5"/>
    <dgm:cxn modelId="{0DFCAD3A-44F1-134C-AF2E-2E75E082D0DA}" type="presParOf" srcId="{4DAE9D31-EC8F-B941-A834-219CA53A5EEC}" destId="{1906FE21-0371-C44C-BB29-59CF8BE85830}" srcOrd="0" destOrd="0" presId="urn:microsoft.com/office/officeart/2005/8/layout/process5"/>
    <dgm:cxn modelId="{CC8251CA-1636-EB45-A9C7-2C12FF831DBF}" type="presParOf" srcId="{79A0D239-29AE-994D-9F26-58FE5D86C683}" destId="{1878C222-473C-414B-87CF-DE6FE0184332}" srcOrd="6" destOrd="0" presId="urn:microsoft.com/office/officeart/2005/8/layout/process5"/>
    <dgm:cxn modelId="{1C2F0CC8-4C9E-4C4A-850F-DE599982459F}" type="presParOf" srcId="{79A0D239-29AE-994D-9F26-58FE5D86C683}" destId="{DEB7676D-C3B3-FD42-BF0D-BF74BF36A93F}" srcOrd="7" destOrd="0" presId="urn:microsoft.com/office/officeart/2005/8/layout/process5"/>
    <dgm:cxn modelId="{D68536C7-FB09-9C47-AEE1-B448E5BD11AF}" type="presParOf" srcId="{DEB7676D-C3B3-FD42-BF0D-BF74BF36A93F}" destId="{E1B0C1B1-3654-EC40-AC50-2FA9F7EAE569}" srcOrd="0" destOrd="0" presId="urn:microsoft.com/office/officeart/2005/8/layout/process5"/>
    <dgm:cxn modelId="{1CF89671-CF72-DF48-97CF-933BE8E36C45}" type="presParOf" srcId="{79A0D239-29AE-994D-9F26-58FE5D86C683}" destId="{517780F5-EE69-BC4E-8094-441AC2BCC35D}" srcOrd="8" destOrd="0" presId="urn:microsoft.com/office/officeart/2005/8/layout/process5"/>
    <dgm:cxn modelId="{2CC00423-E385-6C42-978B-4414ED18BCDA}" type="presParOf" srcId="{79A0D239-29AE-994D-9F26-58FE5D86C683}" destId="{B501BAEC-B895-824A-870A-FE7FFE7A162E}" srcOrd="9" destOrd="0" presId="urn:microsoft.com/office/officeart/2005/8/layout/process5"/>
    <dgm:cxn modelId="{247DA326-DC5E-2A42-9FE4-0743A75A2B52}" type="presParOf" srcId="{B501BAEC-B895-824A-870A-FE7FFE7A162E}" destId="{CC404562-DA46-CD44-994A-11DC2D6122FB}" srcOrd="0" destOrd="0" presId="urn:microsoft.com/office/officeart/2005/8/layout/process5"/>
    <dgm:cxn modelId="{E7F86F3E-B18E-5744-BA7C-EF2CF671E13D}" type="presParOf" srcId="{79A0D239-29AE-994D-9F26-58FE5D86C683}" destId="{A5A4F26E-7AC3-5B4C-8259-9A2C6348032C}" srcOrd="10" destOrd="0" presId="urn:microsoft.com/office/officeart/2005/8/layout/process5"/>
    <dgm:cxn modelId="{0D339F54-6C5C-B64D-94FA-2BAEC0938905}" type="presParOf" srcId="{79A0D239-29AE-994D-9F26-58FE5D86C683}" destId="{0291A7F2-5388-F145-A9B0-92183F9DA2F8}" srcOrd="11" destOrd="0" presId="urn:microsoft.com/office/officeart/2005/8/layout/process5"/>
    <dgm:cxn modelId="{5DA20790-ED28-234C-A1E1-37B8AF6B6D4B}" type="presParOf" srcId="{0291A7F2-5388-F145-A9B0-92183F9DA2F8}" destId="{89BDE27E-9EF4-7042-9A83-DE6EC4987E07}" srcOrd="0" destOrd="0" presId="urn:microsoft.com/office/officeart/2005/8/layout/process5"/>
    <dgm:cxn modelId="{CADFA966-E650-A441-9646-F72AD121A5DF}" type="presParOf" srcId="{79A0D239-29AE-994D-9F26-58FE5D86C683}" destId="{D87F7F2A-BC48-1542-85C9-92719A97C3DD}" srcOrd="12" destOrd="0" presId="urn:microsoft.com/office/officeart/2005/8/layout/process5"/>
    <dgm:cxn modelId="{B87538CA-E840-0B41-8457-1E73202A2284}" type="presParOf" srcId="{79A0D239-29AE-994D-9F26-58FE5D86C683}" destId="{D0A8C4ED-B7F3-D04B-9FDC-8E4954ED0BCD}" srcOrd="13" destOrd="0" presId="urn:microsoft.com/office/officeart/2005/8/layout/process5"/>
    <dgm:cxn modelId="{1483BEB8-E72B-CC40-A3C7-B92F896667EC}" type="presParOf" srcId="{D0A8C4ED-B7F3-D04B-9FDC-8E4954ED0BCD}" destId="{323B4215-5F72-694C-A04A-E17EBFA249C3}" srcOrd="0" destOrd="0" presId="urn:microsoft.com/office/officeart/2005/8/layout/process5"/>
    <dgm:cxn modelId="{EBAD774C-63AC-4646-BD32-6B2B3A5D7BB4}" type="presParOf" srcId="{79A0D239-29AE-994D-9F26-58FE5D86C683}" destId="{95F7E920-39C9-2C47-B90E-39927ED7389A}" srcOrd="14" destOrd="0" presId="urn:microsoft.com/office/officeart/2005/8/layout/process5"/>
    <dgm:cxn modelId="{F3F02084-D4E3-6B40-A420-5B5481A52325}" type="presParOf" srcId="{79A0D239-29AE-994D-9F26-58FE5D86C683}" destId="{BBB6ADEA-0161-7747-976A-BCD89F8FA807}" srcOrd="15" destOrd="0" presId="urn:microsoft.com/office/officeart/2005/8/layout/process5"/>
    <dgm:cxn modelId="{20EC3C81-5A49-CC4B-9A96-7FEB9BEFAEE4}" type="presParOf" srcId="{BBB6ADEA-0161-7747-976A-BCD89F8FA807}" destId="{FBEC9A3F-DF96-D546-A215-1C29FCDC283B}" srcOrd="0" destOrd="0" presId="urn:microsoft.com/office/officeart/2005/8/layout/process5"/>
    <dgm:cxn modelId="{8125098C-327F-E148-9F63-479DA499FDEC}" type="presParOf" srcId="{79A0D239-29AE-994D-9F26-58FE5D86C683}" destId="{DC2C4A40-CFE3-C943-968C-F814BC367519}" srcOrd="16" destOrd="0" presId="urn:microsoft.com/office/officeart/2005/8/layout/process5"/>
    <dgm:cxn modelId="{B8362CE1-62B6-A94C-944E-3AA4CA644D60}" type="presParOf" srcId="{79A0D239-29AE-994D-9F26-58FE5D86C683}" destId="{6069C7DF-DA5A-0F46-85D4-C176EFDC03E5}" srcOrd="17" destOrd="0" presId="urn:microsoft.com/office/officeart/2005/8/layout/process5"/>
    <dgm:cxn modelId="{55D135B6-4541-624F-BCE4-276E7E024049}" type="presParOf" srcId="{6069C7DF-DA5A-0F46-85D4-C176EFDC03E5}" destId="{A730A865-47D0-EA48-AA89-45ADFC7BAF07}" srcOrd="0" destOrd="0" presId="urn:microsoft.com/office/officeart/2005/8/layout/process5"/>
    <dgm:cxn modelId="{F86CDACC-457F-2547-B13A-E5FC6DA72FB3}" type="presParOf" srcId="{79A0D239-29AE-994D-9F26-58FE5D86C683}" destId="{C91EE715-AEFC-7F41-A09B-C35E14A955EE}" srcOrd="18" destOrd="0" presId="urn:microsoft.com/office/officeart/2005/8/layout/process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83D19A-4225-D949-B4CE-D43B0CF57217}">
      <dsp:nvSpPr>
        <dsp:cNvPr id="0" name=""/>
        <dsp:cNvSpPr/>
      </dsp:nvSpPr>
      <dsp:spPr>
        <a:xfrm>
          <a:off x="0" y="2459"/>
          <a:ext cx="6221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A9B28-5429-5E49-A797-2CE8675E32A1}">
      <dsp:nvSpPr>
        <dsp:cNvPr id="0" name=""/>
        <dsp:cNvSpPr/>
      </dsp:nvSpPr>
      <dsp:spPr>
        <a:xfrm>
          <a:off x="0" y="2459"/>
          <a:ext cx="6221896" cy="838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Importance of Voting:</a:t>
          </a:r>
          <a:r>
            <a:rPr lang="en-US" sz="1700" kern="1200"/>
            <a:t> Voting is the essential foundation of democracy, allowing citizens to select their leadership and shape their future.</a:t>
          </a:r>
          <a:endParaRPr lang="en-US" sz="1700" kern="1200" dirty="0"/>
        </a:p>
      </dsp:txBody>
      <dsp:txXfrm>
        <a:off x="0" y="2459"/>
        <a:ext cx="6221896" cy="838585"/>
      </dsp:txXfrm>
    </dsp:sp>
    <dsp:sp modelId="{3BE95A51-961A-6249-8D9A-04B15BBDE0D8}">
      <dsp:nvSpPr>
        <dsp:cNvPr id="0" name=""/>
        <dsp:cNvSpPr/>
      </dsp:nvSpPr>
      <dsp:spPr>
        <a:xfrm>
          <a:off x="0" y="841044"/>
          <a:ext cx="6221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9E025-4E23-B14D-96A6-9E33914715B8}">
      <dsp:nvSpPr>
        <dsp:cNvPr id="0" name=""/>
        <dsp:cNvSpPr/>
      </dsp:nvSpPr>
      <dsp:spPr>
        <a:xfrm>
          <a:off x="0" y="841044"/>
          <a:ext cx="6221896" cy="838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Problems of Traditional Voting:</a:t>
          </a:r>
          <a:r>
            <a:rPr lang="en-US" sz="1700" kern="1200"/>
            <a:t> Manual systems suffer from human error and "proxy voting," where the lack of secure identification allows unauthorized individuals to cast multiple ballots.</a:t>
          </a:r>
        </a:p>
      </dsp:txBody>
      <dsp:txXfrm>
        <a:off x="0" y="841044"/>
        <a:ext cx="6221896" cy="838585"/>
      </dsp:txXfrm>
    </dsp:sp>
    <dsp:sp modelId="{61F9BF2B-E5A5-D549-9B07-5477EA1F7650}">
      <dsp:nvSpPr>
        <dsp:cNvPr id="0" name=""/>
        <dsp:cNvSpPr/>
      </dsp:nvSpPr>
      <dsp:spPr>
        <a:xfrm>
          <a:off x="0" y="1679630"/>
          <a:ext cx="6221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0EB4C-EBF6-4E49-856D-CBDACDEC86DE}">
      <dsp:nvSpPr>
        <dsp:cNvPr id="0" name=""/>
        <dsp:cNvSpPr/>
      </dsp:nvSpPr>
      <dsp:spPr>
        <a:xfrm>
          <a:off x="0" y="1679630"/>
          <a:ext cx="6221896" cy="838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Electronic Voting System Idea:</a:t>
          </a:r>
          <a:r>
            <a:rPr lang="en-US" sz="1700" kern="1200"/>
            <a:t> This project proposes a digital solution to automate voter verification and eliminate physical tampering.</a:t>
          </a:r>
        </a:p>
      </dsp:txBody>
      <dsp:txXfrm>
        <a:off x="0" y="1679630"/>
        <a:ext cx="6221896" cy="838585"/>
      </dsp:txXfrm>
    </dsp:sp>
    <dsp:sp modelId="{6FFA058F-A948-CE4F-B343-24CC4447229E}">
      <dsp:nvSpPr>
        <dsp:cNvPr id="0" name=""/>
        <dsp:cNvSpPr/>
      </dsp:nvSpPr>
      <dsp:spPr>
        <a:xfrm>
          <a:off x="0" y="2518215"/>
          <a:ext cx="6221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2B4F3-62ED-CA47-97CF-A484E5E75A61}">
      <dsp:nvSpPr>
        <dsp:cNvPr id="0" name=""/>
        <dsp:cNvSpPr/>
      </dsp:nvSpPr>
      <dsp:spPr>
        <a:xfrm>
          <a:off x="0" y="2518215"/>
          <a:ext cx="6221896" cy="838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Microcontroller Based Control:</a:t>
          </a:r>
          <a:r>
            <a:rPr lang="en-US" sz="1700" kern="1200"/>
            <a:t> An </a:t>
          </a:r>
          <a:r>
            <a:rPr lang="en-US" sz="1700" b="1" kern="1200"/>
            <a:t>Arduino Uno</a:t>
          </a:r>
          <a:r>
            <a:rPr lang="en-US" sz="1700" kern="1200"/>
            <a:t> serves as the central hub, managing hardware logic and locking the system against unauthorized access.</a:t>
          </a:r>
        </a:p>
      </dsp:txBody>
      <dsp:txXfrm>
        <a:off x="0" y="2518215"/>
        <a:ext cx="6221896" cy="838585"/>
      </dsp:txXfrm>
    </dsp:sp>
    <dsp:sp modelId="{02543A1F-AC2E-C446-BEC0-86848DB067D7}">
      <dsp:nvSpPr>
        <dsp:cNvPr id="0" name=""/>
        <dsp:cNvSpPr/>
      </dsp:nvSpPr>
      <dsp:spPr>
        <a:xfrm>
          <a:off x="0" y="3356800"/>
          <a:ext cx="6221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28B91-6E52-E247-8BBC-BBBB639C9588}">
      <dsp:nvSpPr>
        <dsp:cNvPr id="0" name=""/>
        <dsp:cNvSpPr/>
      </dsp:nvSpPr>
      <dsp:spPr>
        <a:xfrm>
          <a:off x="0" y="3356800"/>
          <a:ext cx="6221896" cy="838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Face Detection Concept:</a:t>
          </a:r>
          <a:r>
            <a:rPr lang="en-US" sz="1700" kern="1200"/>
            <a:t> Using </a:t>
          </a:r>
          <a:r>
            <a:rPr lang="en-US" sz="1700" b="1" kern="1200"/>
            <a:t>OpenCV</a:t>
          </a:r>
          <a:r>
            <a:rPr lang="en-US" sz="1700" kern="1200"/>
            <a:t>, the system identifies voters in real-time, replacing manual ID checks with a modern biometric gateway.</a:t>
          </a:r>
        </a:p>
      </dsp:txBody>
      <dsp:txXfrm>
        <a:off x="0" y="3356800"/>
        <a:ext cx="6221896" cy="838585"/>
      </dsp:txXfrm>
    </dsp:sp>
    <dsp:sp modelId="{31A007DB-2740-E041-80F8-B84A951C17F1}">
      <dsp:nvSpPr>
        <dsp:cNvPr id="0" name=""/>
        <dsp:cNvSpPr/>
      </dsp:nvSpPr>
      <dsp:spPr>
        <a:xfrm>
          <a:off x="0" y="4195386"/>
          <a:ext cx="6221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C436C-0DCF-3945-BDC3-C61138F27AA0}">
      <dsp:nvSpPr>
        <dsp:cNvPr id="0" name=""/>
        <dsp:cNvSpPr/>
      </dsp:nvSpPr>
      <dsp:spPr>
        <a:xfrm>
          <a:off x="0" y="4195386"/>
          <a:ext cx="6221896" cy="838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One Person One Vote Principle:</a:t>
          </a:r>
          <a:r>
            <a:rPr lang="en-US" sz="1700" kern="1200" dirty="0"/>
            <a:t> The system uses </a:t>
          </a:r>
          <a:r>
            <a:rPr lang="en-US" sz="1700" b="1" kern="1200" dirty="0"/>
            <a:t>EEPROM</a:t>
          </a:r>
          <a:r>
            <a:rPr lang="en-US" sz="1700" kern="1200" dirty="0"/>
            <a:t> to store a permanent "voted" flag for each ID, strictly enforcing electoral integrity.</a:t>
          </a:r>
        </a:p>
      </dsp:txBody>
      <dsp:txXfrm>
        <a:off x="0" y="4195386"/>
        <a:ext cx="6221896" cy="8385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DC472C-959F-2C4F-84DC-556C8E9E3199}">
      <dsp:nvSpPr>
        <dsp:cNvPr id="0" name=""/>
        <dsp:cNvSpPr/>
      </dsp:nvSpPr>
      <dsp:spPr>
        <a:xfrm>
          <a:off x="5854" y="525243"/>
          <a:ext cx="1737239" cy="2043810"/>
        </a:xfrm>
        <a:prstGeom prst="rect">
          <a:avLst/>
        </a:prstGeom>
        <a:solidFill>
          <a:schemeClr val="accent1">
            <a:lumMod val="75000"/>
            <a:alpha val="40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FEA636-F9EB-EA4F-975E-F787317DC2A2}">
      <dsp:nvSpPr>
        <dsp:cNvPr id="0" name=""/>
        <dsp:cNvSpPr/>
      </dsp:nvSpPr>
      <dsp:spPr>
        <a:xfrm>
          <a:off x="92716" y="606996"/>
          <a:ext cx="1563515" cy="1328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2A78F4-BC09-1440-A7E9-D18D05DB076D}">
      <dsp:nvSpPr>
        <dsp:cNvPr id="0" name=""/>
        <dsp:cNvSpPr/>
      </dsp:nvSpPr>
      <dsp:spPr>
        <a:xfrm>
          <a:off x="92716" y="1935473"/>
          <a:ext cx="1563515" cy="551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Jumper</a:t>
          </a:r>
          <a:r>
            <a:rPr lang="en-US" sz="2200" b="0" kern="1200" dirty="0"/>
            <a:t> </a:t>
          </a:r>
          <a:r>
            <a:rPr lang="en-US" sz="1800" b="0" kern="1200" dirty="0"/>
            <a:t>wire</a:t>
          </a:r>
          <a:endParaRPr lang="en-US" sz="2200" b="0" kern="1200" dirty="0"/>
        </a:p>
      </dsp:txBody>
      <dsp:txXfrm>
        <a:off x="92716" y="1935473"/>
        <a:ext cx="1563515" cy="551828"/>
      </dsp:txXfrm>
    </dsp:sp>
    <dsp:sp modelId="{AF7DA367-0CFD-C141-90C9-23A2A23CE521}">
      <dsp:nvSpPr>
        <dsp:cNvPr id="0" name=""/>
        <dsp:cNvSpPr/>
      </dsp:nvSpPr>
      <dsp:spPr>
        <a:xfrm>
          <a:off x="2138635" y="525243"/>
          <a:ext cx="1737239" cy="2043810"/>
        </a:xfrm>
        <a:prstGeom prst="rect">
          <a:avLst/>
        </a:prstGeom>
        <a:solidFill>
          <a:schemeClr val="accent1">
            <a:lumMod val="75000"/>
            <a:alpha val="40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FC3F1-B98A-4440-B685-95E72525A4D9}">
      <dsp:nvSpPr>
        <dsp:cNvPr id="0" name=""/>
        <dsp:cNvSpPr/>
      </dsp:nvSpPr>
      <dsp:spPr>
        <a:xfrm>
          <a:off x="2225497" y="616601"/>
          <a:ext cx="1563515" cy="1328476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t="-6000" b="-6000"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BCBED9-D7AA-984D-ABFA-D1BE71B11473}">
      <dsp:nvSpPr>
        <dsp:cNvPr id="0" name=""/>
        <dsp:cNvSpPr/>
      </dsp:nvSpPr>
      <dsp:spPr>
        <a:xfrm>
          <a:off x="2225497" y="1935473"/>
          <a:ext cx="1563515" cy="551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Webcam</a:t>
          </a:r>
        </a:p>
      </dsp:txBody>
      <dsp:txXfrm>
        <a:off x="2225497" y="1935473"/>
        <a:ext cx="1563515" cy="551828"/>
      </dsp:txXfrm>
    </dsp:sp>
    <dsp:sp modelId="{DE1E5706-6918-614A-8B6F-63FB9A3FB7C4}">
      <dsp:nvSpPr>
        <dsp:cNvPr id="0" name=""/>
        <dsp:cNvSpPr/>
      </dsp:nvSpPr>
      <dsp:spPr>
        <a:xfrm>
          <a:off x="4271416" y="525243"/>
          <a:ext cx="1737239" cy="2043810"/>
        </a:xfrm>
        <a:prstGeom prst="rect">
          <a:avLst/>
        </a:prstGeom>
        <a:solidFill>
          <a:schemeClr val="accent1">
            <a:lumMod val="75000"/>
            <a:alpha val="40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FF07A-6AEF-A543-A5A7-BD0E1B51B2D5}">
      <dsp:nvSpPr>
        <dsp:cNvPr id="0" name=""/>
        <dsp:cNvSpPr/>
      </dsp:nvSpPr>
      <dsp:spPr>
        <a:xfrm>
          <a:off x="4347865" y="645136"/>
          <a:ext cx="1563515" cy="1328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41B1EF-2A0F-F543-A153-3C6695FE915B}">
      <dsp:nvSpPr>
        <dsp:cNvPr id="0" name=""/>
        <dsp:cNvSpPr/>
      </dsp:nvSpPr>
      <dsp:spPr>
        <a:xfrm>
          <a:off x="4358278" y="1935473"/>
          <a:ext cx="1563515" cy="551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Red LED</a:t>
          </a:r>
        </a:p>
      </dsp:txBody>
      <dsp:txXfrm>
        <a:off x="4358278" y="1935473"/>
        <a:ext cx="1563515" cy="551828"/>
      </dsp:txXfrm>
    </dsp:sp>
    <dsp:sp modelId="{B13B8608-DBCC-2F47-B8E3-FC21C62C81B8}">
      <dsp:nvSpPr>
        <dsp:cNvPr id="0" name=""/>
        <dsp:cNvSpPr/>
      </dsp:nvSpPr>
      <dsp:spPr>
        <a:xfrm>
          <a:off x="6404197" y="525243"/>
          <a:ext cx="1737239" cy="2043810"/>
        </a:xfrm>
        <a:prstGeom prst="rect">
          <a:avLst/>
        </a:prstGeom>
        <a:solidFill>
          <a:schemeClr val="accent1">
            <a:lumMod val="75000"/>
            <a:alpha val="40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93D43-2560-394D-872D-2258043748DC}">
      <dsp:nvSpPr>
        <dsp:cNvPr id="0" name=""/>
        <dsp:cNvSpPr/>
      </dsp:nvSpPr>
      <dsp:spPr>
        <a:xfrm>
          <a:off x="6491059" y="606996"/>
          <a:ext cx="1563515" cy="1328476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70C34E-F1A3-134F-82D0-77BDE0F394DC}">
      <dsp:nvSpPr>
        <dsp:cNvPr id="0" name=""/>
        <dsp:cNvSpPr/>
      </dsp:nvSpPr>
      <dsp:spPr>
        <a:xfrm>
          <a:off x="6491059" y="1935473"/>
          <a:ext cx="1563515" cy="551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Resistor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(1pcs)</a:t>
          </a:r>
        </a:p>
      </dsp:txBody>
      <dsp:txXfrm>
        <a:off x="6491059" y="1935473"/>
        <a:ext cx="1563515" cy="551828"/>
      </dsp:txXfrm>
    </dsp:sp>
    <dsp:sp modelId="{8FAEB964-7414-F548-A327-F6B3AFEFCA0D}">
      <dsp:nvSpPr>
        <dsp:cNvPr id="0" name=""/>
        <dsp:cNvSpPr/>
      </dsp:nvSpPr>
      <dsp:spPr>
        <a:xfrm>
          <a:off x="8536978" y="525243"/>
          <a:ext cx="1737239" cy="2043810"/>
        </a:xfrm>
        <a:prstGeom prst="rect">
          <a:avLst/>
        </a:prstGeom>
        <a:solidFill>
          <a:schemeClr val="accent1">
            <a:lumMod val="75000"/>
            <a:alpha val="40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132AA0-2742-1040-BA20-316B60697E88}">
      <dsp:nvSpPr>
        <dsp:cNvPr id="0" name=""/>
        <dsp:cNvSpPr/>
      </dsp:nvSpPr>
      <dsp:spPr>
        <a:xfrm>
          <a:off x="8623840" y="606996"/>
          <a:ext cx="1563515" cy="13284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1079C2-07BD-F046-AB87-86523D278F31}">
      <dsp:nvSpPr>
        <dsp:cNvPr id="0" name=""/>
        <dsp:cNvSpPr/>
      </dsp:nvSpPr>
      <dsp:spPr>
        <a:xfrm>
          <a:off x="8623840" y="1935473"/>
          <a:ext cx="1563515" cy="551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Buzzer</a:t>
          </a:r>
        </a:p>
      </dsp:txBody>
      <dsp:txXfrm>
        <a:off x="8623840" y="1935473"/>
        <a:ext cx="1563515" cy="551828"/>
      </dsp:txXfrm>
    </dsp:sp>
    <dsp:sp modelId="{AAD04952-5E6D-A145-8401-7DA451FFE338}">
      <dsp:nvSpPr>
        <dsp:cNvPr id="0" name=""/>
        <dsp:cNvSpPr/>
      </dsp:nvSpPr>
      <dsp:spPr>
        <a:xfrm>
          <a:off x="5854" y="2742778"/>
          <a:ext cx="1737239" cy="2043810"/>
        </a:xfrm>
        <a:prstGeom prst="rect">
          <a:avLst/>
        </a:prstGeom>
        <a:solidFill>
          <a:schemeClr val="accent1">
            <a:lumMod val="75000"/>
            <a:alpha val="40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68BDA-AF8E-774F-ADA1-AD23199107E3}">
      <dsp:nvSpPr>
        <dsp:cNvPr id="0" name=""/>
        <dsp:cNvSpPr/>
      </dsp:nvSpPr>
      <dsp:spPr>
        <a:xfrm>
          <a:off x="92716" y="2824530"/>
          <a:ext cx="1563515" cy="1328476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1F53FF-0CE1-244A-AFDA-3C61BF9B018A}">
      <dsp:nvSpPr>
        <dsp:cNvPr id="0" name=""/>
        <dsp:cNvSpPr/>
      </dsp:nvSpPr>
      <dsp:spPr>
        <a:xfrm>
          <a:off x="92716" y="4153007"/>
          <a:ext cx="1563515" cy="551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Breadboard</a:t>
          </a:r>
        </a:p>
      </dsp:txBody>
      <dsp:txXfrm>
        <a:off x="92716" y="4153007"/>
        <a:ext cx="1563515" cy="551828"/>
      </dsp:txXfrm>
    </dsp:sp>
    <dsp:sp modelId="{59E91BDE-C3A3-2146-B266-E1C7FE545971}">
      <dsp:nvSpPr>
        <dsp:cNvPr id="0" name=""/>
        <dsp:cNvSpPr/>
      </dsp:nvSpPr>
      <dsp:spPr>
        <a:xfrm>
          <a:off x="2138635" y="2742778"/>
          <a:ext cx="1737239" cy="2043810"/>
        </a:xfrm>
        <a:prstGeom prst="rect">
          <a:avLst/>
        </a:prstGeom>
        <a:solidFill>
          <a:schemeClr val="accent1">
            <a:lumMod val="75000"/>
            <a:alpha val="40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4BAEC-11F5-ED40-8532-427CB9BC5F63}">
      <dsp:nvSpPr>
        <dsp:cNvPr id="0" name=""/>
        <dsp:cNvSpPr/>
      </dsp:nvSpPr>
      <dsp:spPr>
        <a:xfrm>
          <a:off x="2225497" y="2824530"/>
          <a:ext cx="1563515" cy="13284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F0D375-5FEF-8C49-A6A5-286A9A6D0ACC}">
      <dsp:nvSpPr>
        <dsp:cNvPr id="0" name=""/>
        <dsp:cNvSpPr/>
      </dsp:nvSpPr>
      <dsp:spPr>
        <a:xfrm>
          <a:off x="2225497" y="4153007"/>
          <a:ext cx="1563515" cy="551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LCD Display</a:t>
          </a:r>
        </a:p>
      </dsp:txBody>
      <dsp:txXfrm>
        <a:off x="2225497" y="4153007"/>
        <a:ext cx="1563515" cy="551828"/>
      </dsp:txXfrm>
    </dsp:sp>
    <dsp:sp modelId="{0B2ABE69-2FDB-0941-A308-6FD095831743}">
      <dsp:nvSpPr>
        <dsp:cNvPr id="0" name=""/>
        <dsp:cNvSpPr/>
      </dsp:nvSpPr>
      <dsp:spPr>
        <a:xfrm>
          <a:off x="4271416" y="2742778"/>
          <a:ext cx="1737239" cy="2043810"/>
        </a:xfrm>
        <a:prstGeom prst="rect">
          <a:avLst/>
        </a:prstGeom>
        <a:solidFill>
          <a:schemeClr val="accent1">
            <a:lumMod val="75000"/>
            <a:alpha val="40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4CC80-7F74-7E47-B9BD-7E85C683CB36}">
      <dsp:nvSpPr>
        <dsp:cNvPr id="0" name=""/>
        <dsp:cNvSpPr/>
      </dsp:nvSpPr>
      <dsp:spPr>
        <a:xfrm>
          <a:off x="4358278" y="2824530"/>
          <a:ext cx="1563515" cy="1328476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1CCD3-76EC-0D48-872D-2240E0343865}">
      <dsp:nvSpPr>
        <dsp:cNvPr id="0" name=""/>
        <dsp:cNvSpPr/>
      </dsp:nvSpPr>
      <dsp:spPr>
        <a:xfrm>
          <a:off x="4358278" y="4153007"/>
          <a:ext cx="1563515" cy="551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12c LCD  Potentiometer</a:t>
          </a:r>
        </a:p>
      </dsp:txBody>
      <dsp:txXfrm>
        <a:off x="4358278" y="4153007"/>
        <a:ext cx="1563515" cy="551828"/>
      </dsp:txXfrm>
    </dsp:sp>
    <dsp:sp modelId="{7C95E306-8715-1744-9778-0F8F2F1A171F}">
      <dsp:nvSpPr>
        <dsp:cNvPr id="0" name=""/>
        <dsp:cNvSpPr/>
      </dsp:nvSpPr>
      <dsp:spPr>
        <a:xfrm>
          <a:off x="6404197" y="2742778"/>
          <a:ext cx="1737239" cy="2043810"/>
        </a:xfrm>
        <a:prstGeom prst="rect">
          <a:avLst/>
        </a:prstGeom>
        <a:solidFill>
          <a:schemeClr val="accent1">
            <a:lumMod val="75000"/>
            <a:alpha val="40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4267CF-861C-1644-B1E8-F9B9B9A22B9F}">
      <dsp:nvSpPr>
        <dsp:cNvPr id="0" name=""/>
        <dsp:cNvSpPr/>
      </dsp:nvSpPr>
      <dsp:spPr>
        <a:xfrm>
          <a:off x="6491059" y="2824530"/>
          <a:ext cx="1563515" cy="13284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80B067-0D68-D048-BE36-2C315F497705}">
      <dsp:nvSpPr>
        <dsp:cNvPr id="0" name=""/>
        <dsp:cNvSpPr/>
      </dsp:nvSpPr>
      <dsp:spPr>
        <a:xfrm>
          <a:off x="6491059" y="4153007"/>
          <a:ext cx="1563515" cy="551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Arduino Uno</a:t>
          </a:r>
        </a:p>
      </dsp:txBody>
      <dsp:txXfrm>
        <a:off x="6491059" y="4153007"/>
        <a:ext cx="1563515" cy="551828"/>
      </dsp:txXfrm>
    </dsp:sp>
    <dsp:sp modelId="{69E4C126-D8AB-1B41-BFEE-D3549CD4482F}">
      <dsp:nvSpPr>
        <dsp:cNvPr id="0" name=""/>
        <dsp:cNvSpPr/>
      </dsp:nvSpPr>
      <dsp:spPr>
        <a:xfrm>
          <a:off x="8536978" y="2742778"/>
          <a:ext cx="1737239" cy="2043810"/>
        </a:xfrm>
        <a:prstGeom prst="rect">
          <a:avLst/>
        </a:prstGeom>
        <a:solidFill>
          <a:schemeClr val="accent1">
            <a:lumMod val="75000"/>
            <a:alpha val="40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495A30-DD23-1A4D-875D-8858F6DE2CBA}">
      <dsp:nvSpPr>
        <dsp:cNvPr id="0" name=""/>
        <dsp:cNvSpPr/>
      </dsp:nvSpPr>
      <dsp:spPr>
        <a:xfrm>
          <a:off x="8623840" y="2824530"/>
          <a:ext cx="1563515" cy="1328476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C3061-CED7-0F47-965A-56C501427D05}">
      <dsp:nvSpPr>
        <dsp:cNvPr id="0" name=""/>
        <dsp:cNvSpPr/>
      </dsp:nvSpPr>
      <dsp:spPr>
        <a:xfrm>
          <a:off x="8623840" y="4153007"/>
          <a:ext cx="1563515" cy="551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Push Buttons</a:t>
          </a:r>
        </a:p>
      </dsp:txBody>
      <dsp:txXfrm>
        <a:off x="8623840" y="4153007"/>
        <a:ext cx="1563515" cy="5518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7C3489-5E27-0542-AD4F-6E53775E09B8}">
      <dsp:nvSpPr>
        <dsp:cNvPr id="0" name=""/>
        <dsp:cNvSpPr/>
      </dsp:nvSpPr>
      <dsp:spPr>
        <a:xfrm>
          <a:off x="157613" y="277942"/>
          <a:ext cx="1761662" cy="164350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u="none" kern="1200" dirty="0">
              <a:solidFill>
                <a:schemeClr val="tx1">
                  <a:lumMod val="95000"/>
                  <a:lumOff val="5000"/>
                </a:schemeClr>
              </a:solidFill>
            </a:rPr>
            <a:t>The system powers ON and initializes the Arduino, LCD,, and memory.</a:t>
          </a:r>
          <a:endParaRPr lang="en-US" sz="16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205750" y="326079"/>
        <a:ext cx="1665388" cy="1547227"/>
      </dsp:txXfrm>
    </dsp:sp>
    <dsp:sp modelId="{5A7155E0-ACB0-B641-BE67-4BBB038F7C2F}">
      <dsp:nvSpPr>
        <dsp:cNvPr id="0" name=""/>
        <dsp:cNvSpPr/>
      </dsp:nvSpPr>
      <dsp:spPr>
        <a:xfrm>
          <a:off x="2061743" y="898943"/>
          <a:ext cx="343217" cy="401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061743" y="979243"/>
        <a:ext cx="240252" cy="240900"/>
      </dsp:txXfrm>
    </dsp:sp>
    <dsp:sp modelId="{28716CF0-141C-A447-BC73-ACEDCF46B078}">
      <dsp:nvSpPr>
        <dsp:cNvPr id="0" name=""/>
        <dsp:cNvSpPr/>
      </dsp:nvSpPr>
      <dsp:spPr>
        <a:xfrm>
          <a:off x="2566856" y="323325"/>
          <a:ext cx="1760642" cy="155273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7384"/>
            <a:satOff val="198"/>
            <a:lumOff val="2161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u="none" kern="1200" dirty="0">
              <a:solidFill>
                <a:schemeClr val="tx1"/>
              </a:solidFill>
            </a:rPr>
            <a:t>The LCD prompts the user to scan their identity; the system uses a </a:t>
          </a:r>
          <a:r>
            <a:rPr lang="en-US" sz="1500" b="0" i="0" kern="1200" dirty="0">
              <a:solidFill>
                <a:schemeClr val="tx1"/>
              </a:solidFill>
            </a:rPr>
            <a:t>Face Scanner</a:t>
          </a:r>
          <a:r>
            <a:rPr lang="en-US" sz="1500" b="1" i="0" kern="1200" dirty="0">
              <a:solidFill>
                <a:schemeClr val="tx1"/>
              </a:solidFill>
            </a:rPr>
            <a:t> </a:t>
          </a:r>
          <a:r>
            <a:rPr lang="en-US" sz="1500" b="0" i="0" u="none" kern="1200" dirty="0">
              <a:solidFill>
                <a:schemeClr val="tx1"/>
              </a:solidFill>
            </a:rPr>
            <a:t>to capture unique voter data.</a:t>
          </a:r>
          <a:endParaRPr lang="en-US" sz="1500" kern="1200" dirty="0">
            <a:solidFill>
              <a:schemeClr val="tx1"/>
            </a:solidFill>
          </a:endParaRPr>
        </a:p>
      </dsp:txBody>
      <dsp:txXfrm>
        <a:off x="2612334" y="368803"/>
        <a:ext cx="1669686" cy="1461781"/>
      </dsp:txXfrm>
    </dsp:sp>
    <dsp:sp modelId="{047A9544-DB7B-9A4A-900E-5BB1AD9E434C}">
      <dsp:nvSpPr>
        <dsp:cNvPr id="0" name=""/>
        <dsp:cNvSpPr/>
      </dsp:nvSpPr>
      <dsp:spPr>
        <a:xfrm>
          <a:off x="4469967" y="898943"/>
          <a:ext cx="343217" cy="401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8276"/>
            <a:satOff val="-31"/>
            <a:lumOff val="203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469967" y="979243"/>
        <a:ext cx="240252" cy="240900"/>
      </dsp:txXfrm>
    </dsp:sp>
    <dsp:sp modelId="{D7114670-BFB8-CE40-84A5-3798BCFEA05D}">
      <dsp:nvSpPr>
        <dsp:cNvPr id="0" name=""/>
        <dsp:cNvSpPr/>
      </dsp:nvSpPr>
      <dsp:spPr>
        <a:xfrm>
          <a:off x="4975080" y="56037"/>
          <a:ext cx="1942273" cy="208731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4768"/>
            <a:satOff val="396"/>
            <a:lumOff val="4321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 dirty="0">
              <a:solidFill>
                <a:schemeClr val="tx1"/>
              </a:solidFill>
            </a:rPr>
            <a:t>Th</a:t>
          </a:r>
          <a:r>
            <a:rPr lang="en-US" sz="1400" b="0" i="0" u="none" kern="1200" dirty="0">
              <a:solidFill>
                <a:schemeClr val="tx1"/>
              </a:solidFill>
            </a:rPr>
            <a:t>e captured ID is verified against the authorized voter list; the system then checks non-volatile memory to ensure the voter has not already cast a ballot..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5031967" y="112924"/>
        <a:ext cx="1828499" cy="1973537"/>
      </dsp:txXfrm>
    </dsp:sp>
    <dsp:sp modelId="{4DAE9D31-EC8F-B941-A834-219CA53A5EEC}">
      <dsp:nvSpPr>
        <dsp:cNvPr id="0" name=""/>
        <dsp:cNvSpPr/>
      </dsp:nvSpPr>
      <dsp:spPr>
        <a:xfrm>
          <a:off x="7059821" y="898943"/>
          <a:ext cx="343217" cy="401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16552"/>
            <a:satOff val="-62"/>
            <a:lumOff val="406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7059821" y="979243"/>
        <a:ext cx="240252" cy="240900"/>
      </dsp:txXfrm>
    </dsp:sp>
    <dsp:sp modelId="{1878C222-473C-414B-87CF-DE6FE0184332}">
      <dsp:nvSpPr>
        <dsp:cNvPr id="0" name=""/>
        <dsp:cNvSpPr/>
      </dsp:nvSpPr>
      <dsp:spPr>
        <a:xfrm>
          <a:off x="7564934" y="275222"/>
          <a:ext cx="2009135" cy="164894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2151"/>
            <a:satOff val="594"/>
            <a:lumOff val="6482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u="none" kern="1200" dirty="0">
              <a:solidFill>
                <a:schemeClr val="tx1">
                  <a:lumMod val="95000"/>
                  <a:lumOff val="5000"/>
                </a:schemeClr>
              </a:solidFill>
            </a:rPr>
            <a:t>The system checks non-volatile memory to confirm the voter has not voted before.</a:t>
          </a:r>
          <a:endParaRPr lang="en-US" sz="16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7613230" y="323518"/>
        <a:ext cx="1912543" cy="1552349"/>
      </dsp:txXfrm>
    </dsp:sp>
    <dsp:sp modelId="{DEB7676D-C3B3-FD42-BF0D-BF74BF36A93F}">
      <dsp:nvSpPr>
        <dsp:cNvPr id="0" name=""/>
        <dsp:cNvSpPr/>
      </dsp:nvSpPr>
      <dsp:spPr>
        <a:xfrm>
          <a:off x="9716538" y="898943"/>
          <a:ext cx="343217" cy="401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24828"/>
            <a:satOff val="-92"/>
            <a:lumOff val="609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9716538" y="979243"/>
        <a:ext cx="240252" cy="240900"/>
      </dsp:txXfrm>
    </dsp:sp>
    <dsp:sp modelId="{517780F5-EE69-BC4E-8094-441AC2BCC35D}">
      <dsp:nvSpPr>
        <dsp:cNvPr id="0" name=""/>
        <dsp:cNvSpPr/>
      </dsp:nvSpPr>
      <dsp:spPr>
        <a:xfrm>
          <a:off x="10221651" y="492848"/>
          <a:ext cx="1724184" cy="1213689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9535"/>
            <a:satOff val="792"/>
            <a:lumOff val="8642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u="none" kern="1200" dirty="0">
              <a:solidFill>
                <a:schemeClr val="tx1">
                  <a:lumMod val="95000"/>
                  <a:lumOff val="5000"/>
                </a:schemeClr>
              </a:solidFill>
            </a:rPr>
            <a:t>If authentication is successful, the system enables the voting buttons.</a:t>
          </a:r>
          <a:endParaRPr lang="en-US" sz="16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10257199" y="528396"/>
        <a:ext cx="1653088" cy="1142593"/>
      </dsp:txXfrm>
    </dsp:sp>
    <dsp:sp modelId="{B501BAEC-B895-824A-870A-FE7FFE7A162E}">
      <dsp:nvSpPr>
        <dsp:cNvPr id="0" name=""/>
        <dsp:cNvSpPr/>
      </dsp:nvSpPr>
      <dsp:spPr>
        <a:xfrm rot="5465782">
          <a:off x="10720263" y="2127868"/>
          <a:ext cx="679923" cy="401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33105"/>
            <a:satOff val="-123"/>
            <a:lumOff val="812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0940926" y="1988668"/>
        <a:ext cx="240900" cy="559473"/>
      </dsp:txXfrm>
    </dsp:sp>
    <dsp:sp modelId="{A5A4F26E-7AC3-5B4C-8259-9A2C6348032C}">
      <dsp:nvSpPr>
        <dsp:cNvPr id="0" name=""/>
        <dsp:cNvSpPr/>
      </dsp:nvSpPr>
      <dsp:spPr>
        <a:xfrm>
          <a:off x="10125307" y="2989177"/>
          <a:ext cx="1820527" cy="1255322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6919"/>
            <a:satOff val="991"/>
            <a:lumOff val="10803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u="none" kern="1200" dirty="0">
              <a:solidFill>
                <a:schemeClr val="tx1">
                  <a:lumMod val="95000"/>
                  <a:lumOff val="5000"/>
                </a:schemeClr>
              </a:solidFill>
            </a:rPr>
            <a:t>The voter presses one candidate button to cast a vote.</a:t>
          </a:r>
          <a:endParaRPr lang="en-US" sz="16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10162074" y="3025944"/>
        <a:ext cx="1746993" cy="1181788"/>
      </dsp:txXfrm>
    </dsp:sp>
    <dsp:sp modelId="{0291A7F2-5388-F145-A9B0-92183F9DA2F8}">
      <dsp:nvSpPr>
        <dsp:cNvPr id="0" name=""/>
        <dsp:cNvSpPr/>
      </dsp:nvSpPr>
      <dsp:spPr>
        <a:xfrm rot="10800000">
          <a:off x="9639622" y="3416088"/>
          <a:ext cx="343217" cy="401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41381"/>
            <a:satOff val="-154"/>
            <a:lumOff val="101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9742587" y="3496388"/>
        <a:ext cx="240252" cy="240900"/>
      </dsp:txXfrm>
    </dsp:sp>
    <dsp:sp modelId="{D87F7F2A-BC48-1542-85C9-92719A97C3DD}">
      <dsp:nvSpPr>
        <dsp:cNvPr id="0" name=""/>
        <dsp:cNvSpPr/>
      </dsp:nvSpPr>
      <dsp:spPr>
        <a:xfrm>
          <a:off x="7536554" y="2870238"/>
          <a:ext cx="1941172" cy="149320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44303"/>
            <a:satOff val="1189"/>
            <a:lumOff val="12963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u="none" kern="1200" dirty="0">
              <a:solidFill>
                <a:schemeClr val="tx1">
                  <a:lumMod val="95000"/>
                  <a:lumOff val="5000"/>
                </a:schemeClr>
              </a:solidFill>
            </a:rPr>
            <a:t>The selected candidate’s vote count is incremented.</a:t>
          </a:r>
          <a:endParaRPr lang="en-US" sz="16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7580288" y="2913972"/>
        <a:ext cx="1853704" cy="1405733"/>
      </dsp:txXfrm>
    </dsp:sp>
    <dsp:sp modelId="{D0A8C4ED-B7F3-D04B-9FDC-8E4954ED0BCD}">
      <dsp:nvSpPr>
        <dsp:cNvPr id="0" name=""/>
        <dsp:cNvSpPr/>
      </dsp:nvSpPr>
      <dsp:spPr>
        <a:xfrm rot="10800000">
          <a:off x="7050868" y="3416088"/>
          <a:ext cx="343217" cy="401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49657"/>
            <a:satOff val="-185"/>
            <a:lumOff val="121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7153833" y="3496388"/>
        <a:ext cx="240252" cy="240900"/>
      </dsp:txXfrm>
    </dsp:sp>
    <dsp:sp modelId="{95F7E920-39C9-2C47-B90E-39927ED7389A}">
      <dsp:nvSpPr>
        <dsp:cNvPr id="0" name=""/>
        <dsp:cNvSpPr/>
      </dsp:nvSpPr>
      <dsp:spPr>
        <a:xfrm>
          <a:off x="5134142" y="2870238"/>
          <a:ext cx="1754830" cy="149320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1686"/>
            <a:satOff val="1387"/>
            <a:lumOff val="15124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u="none" kern="1200" dirty="0">
              <a:solidFill>
                <a:schemeClr val="tx1">
                  <a:lumMod val="95000"/>
                  <a:lumOff val="5000"/>
                </a:schemeClr>
              </a:solidFill>
            </a:rPr>
            <a:t>The voting status is stored permanently in memory.</a:t>
          </a:r>
          <a:endParaRPr lang="en-US" sz="16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5177876" y="2913972"/>
        <a:ext cx="1667362" cy="1405733"/>
      </dsp:txXfrm>
    </dsp:sp>
    <dsp:sp modelId="{BBB6ADEA-0161-7747-976A-BCD89F8FA807}">
      <dsp:nvSpPr>
        <dsp:cNvPr id="0" name=""/>
        <dsp:cNvSpPr/>
      </dsp:nvSpPr>
      <dsp:spPr>
        <a:xfrm rot="10800000">
          <a:off x="4648457" y="3416088"/>
          <a:ext cx="343217" cy="401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57933"/>
            <a:satOff val="-215"/>
            <a:lumOff val="1422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4751422" y="3496388"/>
        <a:ext cx="240252" cy="240900"/>
      </dsp:txXfrm>
    </dsp:sp>
    <dsp:sp modelId="{DC2C4A40-CFE3-C943-968C-F814BC367519}">
      <dsp:nvSpPr>
        <dsp:cNvPr id="0" name=""/>
        <dsp:cNvSpPr/>
      </dsp:nvSpPr>
      <dsp:spPr>
        <a:xfrm>
          <a:off x="2186030" y="2790930"/>
          <a:ext cx="2300531" cy="1651816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9070"/>
            <a:satOff val="1585"/>
            <a:lumOff val="17284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u="none" kern="1200" dirty="0">
              <a:solidFill>
                <a:schemeClr val="tx1"/>
              </a:solidFill>
            </a:rPr>
            <a:t>If multiple buttons are detected simultaneously or unauthorized access is attempted, the system triggers a tamper lock 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2234410" y="2839310"/>
        <a:ext cx="2203771" cy="1555056"/>
      </dsp:txXfrm>
    </dsp:sp>
    <dsp:sp modelId="{6069C7DF-DA5A-0F46-85D4-C176EFDC03E5}">
      <dsp:nvSpPr>
        <dsp:cNvPr id="0" name=""/>
        <dsp:cNvSpPr/>
      </dsp:nvSpPr>
      <dsp:spPr>
        <a:xfrm rot="10773654">
          <a:off x="1849058" y="3426574"/>
          <a:ext cx="238131" cy="4015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66209"/>
            <a:satOff val="-246"/>
            <a:lumOff val="162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1920496" y="3506600"/>
        <a:ext cx="166692" cy="240900"/>
      </dsp:txXfrm>
    </dsp:sp>
    <dsp:sp modelId="{C91EE715-AEFC-7F41-A09B-C35E14A955EE}">
      <dsp:nvSpPr>
        <dsp:cNvPr id="0" name=""/>
        <dsp:cNvSpPr/>
      </dsp:nvSpPr>
      <dsp:spPr>
        <a:xfrm>
          <a:off x="200612" y="2810833"/>
          <a:ext cx="1536126" cy="164830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66454"/>
            <a:satOff val="1783"/>
            <a:lumOff val="19445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u="none" kern="1200" dirty="0">
              <a:solidFill>
                <a:schemeClr val="tx1">
                  <a:lumMod val="95000"/>
                  <a:lumOff val="5000"/>
                </a:schemeClr>
              </a:solidFill>
            </a:rPr>
            <a:t>After voting, the system locks and waits for next person to vote.</a:t>
          </a:r>
          <a:endParaRPr lang="en-US" sz="16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245604" y="2855825"/>
        <a:ext cx="1446142" cy="15583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D549F-A0AB-9242-81A5-2DDCC9ED320D}" type="datetimeFigureOut">
              <a:rPr lang="en-BD" smtClean="0"/>
              <a:t>5/12/26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64D70A-771A-1A4A-9146-10101BBBEA16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51503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4D70A-771A-1A4A-9146-10101BBBEA16}" type="slidenum">
              <a:rPr lang="en-BD" smtClean="0"/>
              <a:t>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857838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4D70A-771A-1A4A-9146-10101BBBEA16}" type="slidenum">
              <a:rPr lang="en-BD" smtClean="0"/>
              <a:t>11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575160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4D70A-771A-1A4A-9146-10101BBBEA16}" type="slidenum">
              <a:rPr lang="en-BD" smtClean="0"/>
              <a:t>17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431321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49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8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8371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240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536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6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30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2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12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8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04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pxhere.com/id/photo/908205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2000">
              <a:srgbClr val="FCFAC7"/>
            </a:gs>
            <a:gs pos="56000">
              <a:srgbClr val="F6F2C1"/>
            </a:gs>
            <a:gs pos="0">
              <a:schemeClr val="bg2">
                <a:tint val="93000"/>
                <a:shade val="98000"/>
                <a:satMod val="150000"/>
                <a:lumMod val="102000"/>
              </a:schemeClr>
            </a:gs>
            <a:gs pos="50000">
              <a:schemeClr val="bg2">
                <a:tint val="98000"/>
                <a:shade val="90000"/>
                <a:satMod val="13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B99D1F0-D1F4-4D99-81FA-F025737D3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3E32D104-BB6A-4687-BBC9-6DF01001A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141730" y="0"/>
            <a:ext cx="7789615" cy="6858000"/>
          </a:xfrm>
          <a:custGeom>
            <a:avLst/>
            <a:gdLst>
              <a:gd name="connsiteX0" fmla="*/ 9807836 w 9807836"/>
              <a:gd name="connsiteY0" fmla="*/ 0 h 6858000"/>
              <a:gd name="connsiteX1" fmla="*/ 0 w 9807836"/>
              <a:gd name="connsiteY1" fmla="*/ 0 h 6858000"/>
              <a:gd name="connsiteX2" fmla="*/ 26987 w 9807836"/>
              <a:gd name="connsiteY2" fmla="*/ 87312 h 6858000"/>
              <a:gd name="connsiteX3" fmla="*/ 52387 w 9807836"/>
              <a:gd name="connsiteY3" fmla="*/ 174625 h 6858000"/>
              <a:gd name="connsiteX4" fmla="*/ 77787 w 9807836"/>
              <a:gd name="connsiteY4" fmla="*/ 263525 h 6858000"/>
              <a:gd name="connsiteX5" fmla="*/ 100012 w 9807836"/>
              <a:gd name="connsiteY5" fmla="*/ 354012 h 6858000"/>
              <a:gd name="connsiteX6" fmla="*/ 127000 w 9807836"/>
              <a:gd name="connsiteY6" fmla="*/ 441325 h 6858000"/>
              <a:gd name="connsiteX7" fmla="*/ 155575 w 9807836"/>
              <a:gd name="connsiteY7" fmla="*/ 525462 h 6858000"/>
              <a:gd name="connsiteX8" fmla="*/ 192087 w 9807836"/>
              <a:gd name="connsiteY8" fmla="*/ 604837 h 6858000"/>
              <a:gd name="connsiteX9" fmla="*/ 234950 w 9807836"/>
              <a:gd name="connsiteY9" fmla="*/ 677862 h 6858000"/>
              <a:gd name="connsiteX10" fmla="*/ 282575 w 9807836"/>
              <a:gd name="connsiteY10" fmla="*/ 739775 h 6858000"/>
              <a:gd name="connsiteX11" fmla="*/ 334962 w 9807836"/>
              <a:gd name="connsiteY11" fmla="*/ 798512 h 6858000"/>
              <a:gd name="connsiteX12" fmla="*/ 395287 w 9807836"/>
              <a:gd name="connsiteY12" fmla="*/ 852487 h 6858000"/>
              <a:gd name="connsiteX13" fmla="*/ 458787 w 9807836"/>
              <a:gd name="connsiteY13" fmla="*/ 906462 h 6858000"/>
              <a:gd name="connsiteX14" fmla="*/ 525462 w 9807836"/>
              <a:gd name="connsiteY14" fmla="*/ 957262 h 6858000"/>
              <a:gd name="connsiteX15" fmla="*/ 592137 w 9807836"/>
              <a:gd name="connsiteY15" fmla="*/ 1008062 h 6858000"/>
              <a:gd name="connsiteX16" fmla="*/ 660400 w 9807836"/>
              <a:gd name="connsiteY16" fmla="*/ 1060450 h 6858000"/>
              <a:gd name="connsiteX17" fmla="*/ 725487 w 9807836"/>
              <a:gd name="connsiteY17" fmla="*/ 1111250 h 6858000"/>
              <a:gd name="connsiteX18" fmla="*/ 787400 w 9807836"/>
              <a:gd name="connsiteY18" fmla="*/ 1165225 h 6858000"/>
              <a:gd name="connsiteX19" fmla="*/ 844550 w 9807836"/>
              <a:gd name="connsiteY19" fmla="*/ 1223962 h 6858000"/>
              <a:gd name="connsiteX20" fmla="*/ 896937 w 9807836"/>
              <a:gd name="connsiteY20" fmla="*/ 1282700 h 6858000"/>
              <a:gd name="connsiteX21" fmla="*/ 939800 w 9807836"/>
              <a:gd name="connsiteY21" fmla="*/ 1346200 h 6858000"/>
              <a:gd name="connsiteX22" fmla="*/ 976312 w 9807836"/>
              <a:gd name="connsiteY22" fmla="*/ 1417637 h 6858000"/>
              <a:gd name="connsiteX23" fmla="*/ 998537 w 9807836"/>
              <a:gd name="connsiteY23" fmla="*/ 1487487 h 6858000"/>
              <a:gd name="connsiteX24" fmla="*/ 1012825 w 9807836"/>
              <a:gd name="connsiteY24" fmla="*/ 1565275 h 6858000"/>
              <a:gd name="connsiteX25" fmla="*/ 1019175 w 9807836"/>
              <a:gd name="connsiteY25" fmla="*/ 1641475 h 6858000"/>
              <a:gd name="connsiteX26" fmla="*/ 1017587 w 9807836"/>
              <a:gd name="connsiteY26" fmla="*/ 1722437 h 6858000"/>
              <a:gd name="connsiteX27" fmla="*/ 1011237 w 9807836"/>
              <a:gd name="connsiteY27" fmla="*/ 1803400 h 6858000"/>
              <a:gd name="connsiteX28" fmla="*/ 1003300 w 9807836"/>
              <a:gd name="connsiteY28" fmla="*/ 1887537 h 6858000"/>
              <a:gd name="connsiteX29" fmla="*/ 992187 w 9807836"/>
              <a:gd name="connsiteY29" fmla="*/ 1971675 h 6858000"/>
              <a:gd name="connsiteX30" fmla="*/ 979487 w 9807836"/>
              <a:gd name="connsiteY30" fmla="*/ 2055812 h 6858000"/>
              <a:gd name="connsiteX31" fmla="*/ 969962 w 9807836"/>
              <a:gd name="connsiteY31" fmla="*/ 2139950 h 6858000"/>
              <a:gd name="connsiteX32" fmla="*/ 963612 w 9807836"/>
              <a:gd name="connsiteY32" fmla="*/ 2224087 h 6858000"/>
              <a:gd name="connsiteX33" fmla="*/ 958850 w 9807836"/>
              <a:gd name="connsiteY33" fmla="*/ 2305050 h 6858000"/>
              <a:gd name="connsiteX34" fmla="*/ 963612 w 9807836"/>
              <a:gd name="connsiteY34" fmla="*/ 2384425 h 6858000"/>
              <a:gd name="connsiteX35" fmla="*/ 973137 w 9807836"/>
              <a:gd name="connsiteY35" fmla="*/ 2462212 h 6858000"/>
              <a:gd name="connsiteX36" fmla="*/ 993775 w 9807836"/>
              <a:gd name="connsiteY36" fmla="*/ 2543175 h 6858000"/>
              <a:gd name="connsiteX37" fmla="*/ 1025525 w 9807836"/>
              <a:gd name="connsiteY37" fmla="*/ 2622550 h 6858000"/>
              <a:gd name="connsiteX38" fmla="*/ 1063625 w 9807836"/>
              <a:gd name="connsiteY38" fmla="*/ 2701925 h 6858000"/>
              <a:gd name="connsiteX39" fmla="*/ 1106487 w 9807836"/>
              <a:gd name="connsiteY39" fmla="*/ 2781300 h 6858000"/>
              <a:gd name="connsiteX40" fmla="*/ 1150937 w 9807836"/>
              <a:gd name="connsiteY40" fmla="*/ 2859087 h 6858000"/>
              <a:gd name="connsiteX41" fmla="*/ 1198562 w 9807836"/>
              <a:gd name="connsiteY41" fmla="*/ 2938462 h 6858000"/>
              <a:gd name="connsiteX42" fmla="*/ 1241425 w 9807836"/>
              <a:gd name="connsiteY42" fmla="*/ 3017837 h 6858000"/>
              <a:gd name="connsiteX43" fmla="*/ 1284288 w 9807836"/>
              <a:gd name="connsiteY43" fmla="*/ 3098800 h 6858000"/>
              <a:gd name="connsiteX44" fmla="*/ 1320800 w 9807836"/>
              <a:gd name="connsiteY44" fmla="*/ 3179762 h 6858000"/>
              <a:gd name="connsiteX45" fmla="*/ 1349375 w 9807836"/>
              <a:gd name="connsiteY45" fmla="*/ 3260725 h 6858000"/>
              <a:gd name="connsiteX46" fmla="*/ 1365250 w 9807836"/>
              <a:gd name="connsiteY46" fmla="*/ 3343275 h 6858000"/>
              <a:gd name="connsiteX47" fmla="*/ 1374775 w 9807836"/>
              <a:gd name="connsiteY47" fmla="*/ 3429000 h 6858000"/>
              <a:gd name="connsiteX48" fmla="*/ 1365250 w 9807836"/>
              <a:gd name="connsiteY48" fmla="*/ 3514725 h 6858000"/>
              <a:gd name="connsiteX49" fmla="*/ 1349375 w 9807836"/>
              <a:gd name="connsiteY49" fmla="*/ 3597275 h 6858000"/>
              <a:gd name="connsiteX50" fmla="*/ 1320800 w 9807836"/>
              <a:gd name="connsiteY50" fmla="*/ 3678237 h 6858000"/>
              <a:gd name="connsiteX51" fmla="*/ 1284288 w 9807836"/>
              <a:gd name="connsiteY51" fmla="*/ 3759200 h 6858000"/>
              <a:gd name="connsiteX52" fmla="*/ 1241425 w 9807836"/>
              <a:gd name="connsiteY52" fmla="*/ 3840162 h 6858000"/>
              <a:gd name="connsiteX53" fmla="*/ 1198562 w 9807836"/>
              <a:gd name="connsiteY53" fmla="*/ 3919537 h 6858000"/>
              <a:gd name="connsiteX54" fmla="*/ 1150937 w 9807836"/>
              <a:gd name="connsiteY54" fmla="*/ 3998912 h 6858000"/>
              <a:gd name="connsiteX55" fmla="*/ 1106487 w 9807836"/>
              <a:gd name="connsiteY55" fmla="*/ 4076700 h 6858000"/>
              <a:gd name="connsiteX56" fmla="*/ 1063625 w 9807836"/>
              <a:gd name="connsiteY56" fmla="*/ 4156075 h 6858000"/>
              <a:gd name="connsiteX57" fmla="*/ 1025525 w 9807836"/>
              <a:gd name="connsiteY57" fmla="*/ 4235450 h 6858000"/>
              <a:gd name="connsiteX58" fmla="*/ 993775 w 9807836"/>
              <a:gd name="connsiteY58" fmla="*/ 4314825 h 6858000"/>
              <a:gd name="connsiteX59" fmla="*/ 973137 w 9807836"/>
              <a:gd name="connsiteY59" fmla="*/ 4395787 h 6858000"/>
              <a:gd name="connsiteX60" fmla="*/ 963612 w 9807836"/>
              <a:gd name="connsiteY60" fmla="*/ 4473575 h 6858000"/>
              <a:gd name="connsiteX61" fmla="*/ 958850 w 9807836"/>
              <a:gd name="connsiteY61" fmla="*/ 4552950 h 6858000"/>
              <a:gd name="connsiteX62" fmla="*/ 963612 w 9807836"/>
              <a:gd name="connsiteY62" fmla="*/ 4633912 h 6858000"/>
              <a:gd name="connsiteX63" fmla="*/ 969962 w 9807836"/>
              <a:gd name="connsiteY63" fmla="*/ 4718050 h 6858000"/>
              <a:gd name="connsiteX64" fmla="*/ 979487 w 9807836"/>
              <a:gd name="connsiteY64" fmla="*/ 4802187 h 6858000"/>
              <a:gd name="connsiteX65" fmla="*/ 992187 w 9807836"/>
              <a:gd name="connsiteY65" fmla="*/ 4886325 h 6858000"/>
              <a:gd name="connsiteX66" fmla="*/ 1003300 w 9807836"/>
              <a:gd name="connsiteY66" fmla="*/ 4970462 h 6858000"/>
              <a:gd name="connsiteX67" fmla="*/ 1011237 w 9807836"/>
              <a:gd name="connsiteY67" fmla="*/ 5054600 h 6858000"/>
              <a:gd name="connsiteX68" fmla="*/ 1017587 w 9807836"/>
              <a:gd name="connsiteY68" fmla="*/ 5135562 h 6858000"/>
              <a:gd name="connsiteX69" fmla="*/ 1019175 w 9807836"/>
              <a:gd name="connsiteY69" fmla="*/ 5216525 h 6858000"/>
              <a:gd name="connsiteX70" fmla="*/ 1012825 w 9807836"/>
              <a:gd name="connsiteY70" fmla="*/ 5292725 h 6858000"/>
              <a:gd name="connsiteX71" fmla="*/ 998537 w 9807836"/>
              <a:gd name="connsiteY71" fmla="*/ 5370512 h 6858000"/>
              <a:gd name="connsiteX72" fmla="*/ 976312 w 9807836"/>
              <a:gd name="connsiteY72" fmla="*/ 5440362 h 6858000"/>
              <a:gd name="connsiteX73" fmla="*/ 939800 w 9807836"/>
              <a:gd name="connsiteY73" fmla="*/ 5511800 h 6858000"/>
              <a:gd name="connsiteX74" fmla="*/ 896937 w 9807836"/>
              <a:gd name="connsiteY74" fmla="*/ 5575300 h 6858000"/>
              <a:gd name="connsiteX75" fmla="*/ 844550 w 9807836"/>
              <a:gd name="connsiteY75" fmla="*/ 5634037 h 6858000"/>
              <a:gd name="connsiteX76" fmla="*/ 787400 w 9807836"/>
              <a:gd name="connsiteY76" fmla="*/ 5692775 h 6858000"/>
              <a:gd name="connsiteX77" fmla="*/ 725487 w 9807836"/>
              <a:gd name="connsiteY77" fmla="*/ 5746750 h 6858000"/>
              <a:gd name="connsiteX78" fmla="*/ 660400 w 9807836"/>
              <a:gd name="connsiteY78" fmla="*/ 5797550 h 6858000"/>
              <a:gd name="connsiteX79" fmla="*/ 592137 w 9807836"/>
              <a:gd name="connsiteY79" fmla="*/ 5849937 h 6858000"/>
              <a:gd name="connsiteX80" fmla="*/ 525462 w 9807836"/>
              <a:gd name="connsiteY80" fmla="*/ 5900737 h 6858000"/>
              <a:gd name="connsiteX81" fmla="*/ 458787 w 9807836"/>
              <a:gd name="connsiteY81" fmla="*/ 5951537 h 6858000"/>
              <a:gd name="connsiteX82" fmla="*/ 395287 w 9807836"/>
              <a:gd name="connsiteY82" fmla="*/ 6005512 h 6858000"/>
              <a:gd name="connsiteX83" fmla="*/ 334962 w 9807836"/>
              <a:gd name="connsiteY83" fmla="*/ 6059487 h 6858000"/>
              <a:gd name="connsiteX84" fmla="*/ 282575 w 9807836"/>
              <a:gd name="connsiteY84" fmla="*/ 6118225 h 6858000"/>
              <a:gd name="connsiteX85" fmla="*/ 234950 w 9807836"/>
              <a:gd name="connsiteY85" fmla="*/ 6180137 h 6858000"/>
              <a:gd name="connsiteX86" fmla="*/ 192087 w 9807836"/>
              <a:gd name="connsiteY86" fmla="*/ 6253162 h 6858000"/>
              <a:gd name="connsiteX87" fmla="*/ 155575 w 9807836"/>
              <a:gd name="connsiteY87" fmla="*/ 6332537 h 6858000"/>
              <a:gd name="connsiteX88" fmla="*/ 127000 w 9807836"/>
              <a:gd name="connsiteY88" fmla="*/ 6416675 h 6858000"/>
              <a:gd name="connsiteX89" fmla="*/ 100012 w 9807836"/>
              <a:gd name="connsiteY89" fmla="*/ 6503987 h 6858000"/>
              <a:gd name="connsiteX90" fmla="*/ 77787 w 9807836"/>
              <a:gd name="connsiteY90" fmla="*/ 6594475 h 6858000"/>
              <a:gd name="connsiteX91" fmla="*/ 52387 w 9807836"/>
              <a:gd name="connsiteY91" fmla="*/ 6683375 h 6858000"/>
              <a:gd name="connsiteX92" fmla="*/ 26987 w 9807836"/>
              <a:gd name="connsiteY92" fmla="*/ 6770687 h 6858000"/>
              <a:gd name="connsiteX93" fmla="*/ 0 w 9807836"/>
              <a:gd name="connsiteY93" fmla="*/ 6858000 h 6858000"/>
              <a:gd name="connsiteX94" fmla="*/ 9807836 w 9807836"/>
              <a:gd name="connsiteY94" fmla="*/ 6858000 h 6858000"/>
              <a:gd name="connsiteX95" fmla="*/ 9807836 w 9807836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9807836" h="6858000">
                <a:moveTo>
                  <a:pt x="9807836" y="0"/>
                </a:moveTo>
                <a:lnTo>
                  <a:pt x="0" y="0"/>
                </a:lnTo>
                <a:lnTo>
                  <a:pt x="26987" y="87312"/>
                </a:lnTo>
                <a:lnTo>
                  <a:pt x="52387" y="174625"/>
                </a:lnTo>
                <a:lnTo>
                  <a:pt x="77787" y="263525"/>
                </a:lnTo>
                <a:lnTo>
                  <a:pt x="100012" y="354012"/>
                </a:lnTo>
                <a:lnTo>
                  <a:pt x="127000" y="441325"/>
                </a:lnTo>
                <a:lnTo>
                  <a:pt x="155575" y="525462"/>
                </a:lnTo>
                <a:lnTo>
                  <a:pt x="192087" y="604837"/>
                </a:lnTo>
                <a:lnTo>
                  <a:pt x="234950" y="677862"/>
                </a:lnTo>
                <a:lnTo>
                  <a:pt x="282575" y="739775"/>
                </a:lnTo>
                <a:lnTo>
                  <a:pt x="334962" y="798512"/>
                </a:lnTo>
                <a:lnTo>
                  <a:pt x="395287" y="852487"/>
                </a:lnTo>
                <a:lnTo>
                  <a:pt x="458787" y="906462"/>
                </a:lnTo>
                <a:lnTo>
                  <a:pt x="525462" y="957262"/>
                </a:lnTo>
                <a:lnTo>
                  <a:pt x="592137" y="1008062"/>
                </a:lnTo>
                <a:lnTo>
                  <a:pt x="660400" y="1060450"/>
                </a:lnTo>
                <a:lnTo>
                  <a:pt x="725487" y="1111250"/>
                </a:lnTo>
                <a:lnTo>
                  <a:pt x="787400" y="1165225"/>
                </a:lnTo>
                <a:lnTo>
                  <a:pt x="844550" y="1223962"/>
                </a:lnTo>
                <a:lnTo>
                  <a:pt x="896937" y="1282700"/>
                </a:lnTo>
                <a:lnTo>
                  <a:pt x="939800" y="1346200"/>
                </a:lnTo>
                <a:lnTo>
                  <a:pt x="976312" y="1417637"/>
                </a:lnTo>
                <a:lnTo>
                  <a:pt x="998537" y="1487487"/>
                </a:lnTo>
                <a:lnTo>
                  <a:pt x="1012825" y="1565275"/>
                </a:lnTo>
                <a:lnTo>
                  <a:pt x="1019175" y="1641475"/>
                </a:lnTo>
                <a:lnTo>
                  <a:pt x="1017587" y="1722437"/>
                </a:lnTo>
                <a:lnTo>
                  <a:pt x="1011237" y="1803400"/>
                </a:lnTo>
                <a:lnTo>
                  <a:pt x="1003300" y="1887537"/>
                </a:lnTo>
                <a:lnTo>
                  <a:pt x="992187" y="1971675"/>
                </a:lnTo>
                <a:lnTo>
                  <a:pt x="979487" y="2055812"/>
                </a:lnTo>
                <a:lnTo>
                  <a:pt x="969962" y="2139950"/>
                </a:lnTo>
                <a:lnTo>
                  <a:pt x="963612" y="2224087"/>
                </a:lnTo>
                <a:lnTo>
                  <a:pt x="958850" y="2305050"/>
                </a:lnTo>
                <a:lnTo>
                  <a:pt x="963612" y="2384425"/>
                </a:lnTo>
                <a:lnTo>
                  <a:pt x="973137" y="2462212"/>
                </a:lnTo>
                <a:lnTo>
                  <a:pt x="993775" y="2543175"/>
                </a:lnTo>
                <a:lnTo>
                  <a:pt x="1025525" y="2622550"/>
                </a:lnTo>
                <a:lnTo>
                  <a:pt x="1063625" y="2701925"/>
                </a:lnTo>
                <a:lnTo>
                  <a:pt x="1106487" y="2781300"/>
                </a:lnTo>
                <a:lnTo>
                  <a:pt x="1150937" y="2859087"/>
                </a:lnTo>
                <a:lnTo>
                  <a:pt x="1198562" y="2938462"/>
                </a:lnTo>
                <a:lnTo>
                  <a:pt x="1241425" y="3017837"/>
                </a:lnTo>
                <a:lnTo>
                  <a:pt x="1284288" y="3098800"/>
                </a:lnTo>
                <a:lnTo>
                  <a:pt x="1320800" y="3179762"/>
                </a:lnTo>
                <a:lnTo>
                  <a:pt x="1349375" y="3260725"/>
                </a:lnTo>
                <a:lnTo>
                  <a:pt x="1365250" y="3343275"/>
                </a:lnTo>
                <a:lnTo>
                  <a:pt x="1374775" y="3429000"/>
                </a:lnTo>
                <a:lnTo>
                  <a:pt x="1365250" y="3514725"/>
                </a:lnTo>
                <a:lnTo>
                  <a:pt x="1349375" y="3597275"/>
                </a:lnTo>
                <a:lnTo>
                  <a:pt x="1320800" y="3678237"/>
                </a:lnTo>
                <a:lnTo>
                  <a:pt x="1284288" y="3759200"/>
                </a:lnTo>
                <a:lnTo>
                  <a:pt x="1241425" y="3840162"/>
                </a:lnTo>
                <a:lnTo>
                  <a:pt x="1198562" y="3919537"/>
                </a:lnTo>
                <a:lnTo>
                  <a:pt x="1150937" y="3998912"/>
                </a:lnTo>
                <a:lnTo>
                  <a:pt x="1106487" y="4076700"/>
                </a:lnTo>
                <a:lnTo>
                  <a:pt x="1063625" y="4156075"/>
                </a:lnTo>
                <a:lnTo>
                  <a:pt x="1025525" y="4235450"/>
                </a:lnTo>
                <a:lnTo>
                  <a:pt x="993775" y="4314825"/>
                </a:lnTo>
                <a:lnTo>
                  <a:pt x="973137" y="4395787"/>
                </a:lnTo>
                <a:lnTo>
                  <a:pt x="963612" y="4473575"/>
                </a:lnTo>
                <a:lnTo>
                  <a:pt x="958850" y="4552950"/>
                </a:lnTo>
                <a:lnTo>
                  <a:pt x="963612" y="4633912"/>
                </a:lnTo>
                <a:lnTo>
                  <a:pt x="969962" y="4718050"/>
                </a:lnTo>
                <a:lnTo>
                  <a:pt x="979487" y="4802187"/>
                </a:lnTo>
                <a:lnTo>
                  <a:pt x="992187" y="4886325"/>
                </a:lnTo>
                <a:lnTo>
                  <a:pt x="1003300" y="4970462"/>
                </a:lnTo>
                <a:lnTo>
                  <a:pt x="1011237" y="5054600"/>
                </a:lnTo>
                <a:lnTo>
                  <a:pt x="1017587" y="5135562"/>
                </a:lnTo>
                <a:lnTo>
                  <a:pt x="1019175" y="5216525"/>
                </a:lnTo>
                <a:lnTo>
                  <a:pt x="1012825" y="5292725"/>
                </a:lnTo>
                <a:lnTo>
                  <a:pt x="998537" y="5370512"/>
                </a:lnTo>
                <a:lnTo>
                  <a:pt x="976312" y="5440362"/>
                </a:lnTo>
                <a:lnTo>
                  <a:pt x="939800" y="5511800"/>
                </a:lnTo>
                <a:lnTo>
                  <a:pt x="896937" y="5575300"/>
                </a:lnTo>
                <a:lnTo>
                  <a:pt x="844550" y="5634037"/>
                </a:lnTo>
                <a:lnTo>
                  <a:pt x="787400" y="5692775"/>
                </a:lnTo>
                <a:lnTo>
                  <a:pt x="725487" y="5746750"/>
                </a:lnTo>
                <a:lnTo>
                  <a:pt x="660400" y="5797550"/>
                </a:lnTo>
                <a:lnTo>
                  <a:pt x="592137" y="5849937"/>
                </a:lnTo>
                <a:lnTo>
                  <a:pt x="525462" y="5900737"/>
                </a:lnTo>
                <a:lnTo>
                  <a:pt x="458787" y="5951537"/>
                </a:lnTo>
                <a:lnTo>
                  <a:pt x="395287" y="6005512"/>
                </a:lnTo>
                <a:lnTo>
                  <a:pt x="334962" y="6059487"/>
                </a:lnTo>
                <a:lnTo>
                  <a:pt x="282575" y="6118225"/>
                </a:lnTo>
                <a:lnTo>
                  <a:pt x="234950" y="6180137"/>
                </a:lnTo>
                <a:lnTo>
                  <a:pt x="192087" y="6253162"/>
                </a:lnTo>
                <a:lnTo>
                  <a:pt x="155575" y="6332537"/>
                </a:lnTo>
                <a:lnTo>
                  <a:pt x="127000" y="6416675"/>
                </a:lnTo>
                <a:lnTo>
                  <a:pt x="100012" y="6503987"/>
                </a:lnTo>
                <a:lnTo>
                  <a:pt x="77787" y="6594475"/>
                </a:lnTo>
                <a:lnTo>
                  <a:pt x="52387" y="6683375"/>
                </a:lnTo>
                <a:lnTo>
                  <a:pt x="26987" y="6770687"/>
                </a:lnTo>
                <a:lnTo>
                  <a:pt x="0" y="6858000"/>
                </a:lnTo>
                <a:lnTo>
                  <a:pt x="9807836" y="6858000"/>
                </a:lnTo>
                <a:lnTo>
                  <a:pt x="980783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B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A54E6F-B178-A5C2-888B-F2FD308C7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862" y="-178534"/>
            <a:ext cx="6328638" cy="4473939"/>
          </a:xfrm>
        </p:spPr>
        <p:txBody>
          <a:bodyPr>
            <a:normAutofit/>
          </a:bodyPr>
          <a:lstStyle/>
          <a:p>
            <a:pPr algn="l"/>
            <a:r>
              <a:rPr lang="en-US" sz="6300" b="1" i="0" u="none" strike="noStrike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CADEMY ENGRAVED LET PLAIN:1.0" panose="02000000000000000000" pitchFamily="2" charset="0"/>
              </a:rPr>
              <a:t>Arduino-based </a:t>
            </a:r>
            <a:r>
              <a:rPr lang="en-US" sz="63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CADEMY ENGRAVED LET PLAIN:1.0" panose="02000000000000000000" pitchFamily="2" charset="0"/>
              </a:rPr>
              <a:t>Electronic</a:t>
            </a:r>
            <a:r>
              <a:rPr lang="en-US" sz="6300" b="1" i="0" u="none" strike="noStrike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CADEMY ENGRAVED LET PLAIN:1.0" panose="02000000000000000000" pitchFamily="2" charset="0"/>
              </a:rPr>
              <a:t> Voting Machine Using Face Detection</a:t>
            </a:r>
            <a:endParaRPr lang="en-BD" sz="63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DC7BF-C831-5019-B902-B234A452D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386" y="4363367"/>
            <a:ext cx="6020627" cy="1345928"/>
          </a:xfrm>
        </p:spPr>
        <p:txBody>
          <a:bodyPr anchor="ctr">
            <a:normAutofit fontScale="85000" lnSpcReduction="20000"/>
          </a:bodyPr>
          <a:lstStyle/>
          <a:p>
            <a:pPr algn="l" rtl="0" fontAlgn="base">
              <a:lnSpc>
                <a:spcPct val="90000"/>
              </a:lnSpc>
            </a:pPr>
            <a:r>
              <a:rPr lang="en-US" b="0" i="0" u="none" strike="noStrike" dirty="0">
                <a:solidFill>
                  <a:schemeClr val="bg2"/>
                </a:solidFill>
                <a:effectLst/>
                <a:latin typeface="Palatino Linotype" panose="02040502050505030304" pitchFamily="18" charset="0"/>
              </a:rPr>
              <a:t>Submitted to ​</a:t>
            </a:r>
            <a:endParaRPr lang="en-US" b="0" i="0" u="none" strike="noStrike" dirty="0">
              <a:solidFill>
                <a:schemeClr val="bg2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ct val="90000"/>
              </a:lnSpc>
            </a:pPr>
            <a:r>
              <a:rPr lang="en-US" sz="2800" i="0" u="none" strike="noStrike" dirty="0">
                <a:solidFill>
                  <a:schemeClr val="accent2">
                    <a:lumMod val="50000"/>
                  </a:schemeClr>
                </a:solidFill>
                <a:effectLst/>
                <a:latin typeface="Palatino Linotype" panose="02040502050505030304" pitchFamily="18" charset="0"/>
              </a:rPr>
              <a:t>Debraj das</a:t>
            </a:r>
          </a:p>
          <a:p>
            <a:pPr algn="l" fontAlgn="base">
              <a:lnSpc>
                <a:spcPct val="90000"/>
              </a:lnSpc>
            </a:pPr>
            <a:r>
              <a:rPr lang="en-US" sz="2800" b="0" dirty="0">
                <a:solidFill>
                  <a:schemeClr val="bg2"/>
                </a:solidFill>
                <a:latin typeface="Palatino Linotype" panose="02040502050505030304" pitchFamily="18" charset="0"/>
              </a:rPr>
              <a:t>Submitted BY​</a:t>
            </a:r>
            <a:endParaRPr lang="en-US" sz="2800" b="0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pPr algn="l" fontAlgn="base">
              <a:lnSpc>
                <a:spcPct val="90000"/>
              </a:lnSpc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Palatino Linotype" panose="02040502050505030304" pitchFamily="18" charset="0"/>
              </a:rPr>
              <a:t>Fabiha Lamisa Tridha</a:t>
            </a:r>
          </a:p>
          <a:p>
            <a:pPr algn="l" rtl="0" fontAlgn="base">
              <a:lnSpc>
                <a:spcPct val="90000"/>
              </a:lnSpc>
            </a:pPr>
            <a:endParaRPr lang="en-US" sz="2800" i="0" u="none" strike="noStrike" dirty="0">
              <a:solidFill>
                <a:schemeClr val="accent2">
                  <a:lumMod val="50000"/>
                </a:schemeClr>
              </a:solidFill>
              <a:effectLst/>
              <a:latin typeface="Palatino Linotype" panose="02040502050505030304" pitchFamily="18" charset="0"/>
            </a:endParaRPr>
          </a:p>
          <a:p>
            <a:pPr algn="l" rtl="0" fontAlgn="base">
              <a:lnSpc>
                <a:spcPct val="90000"/>
              </a:lnSpc>
            </a:pPr>
            <a:endParaRPr lang="en-US" sz="2800" i="0" u="none" strike="noStrike" dirty="0">
              <a:solidFill>
                <a:schemeClr val="accent2">
                  <a:lumMod val="50000"/>
                </a:schemeClr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ct val="90000"/>
              </a:lnSpc>
            </a:pPr>
            <a:endParaRPr lang="en-BD" dirty="0">
              <a:solidFill>
                <a:schemeClr val="bg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7A2AD7-60CD-43CC-85A6-2743892E4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pic>
        <p:nvPicPr>
          <p:cNvPr id="6" name="Picture 5" descr="A hand touching a tablet&#10;&#10;Description automatically generated">
            <a:extLst>
              <a:ext uri="{FF2B5EF4-FFF2-40B4-BE49-F238E27FC236}">
                <a16:creationId xmlns:a16="http://schemas.microsoft.com/office/drawing/2014/main" id="{EB81A3AF-1BD0-41CC-1E5D-8BCC21DE1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996" y="1500188"/>
            <a:ext cx="4649004" cy="41603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47F731-3158-EB71-2B1F-378F8B67B517}"/>
              </a:ext>
            </a:extLst>
          </p:cNvPr>
          <p:cNvSpPr txBox="1"/>
          <p:nvPr/>
        </p:nvSpPr>
        <p:spPr>
          <a:xfrm>
            <a:off x="688386" y="5155071"/>
            <a:ext cx="6207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Course: Microprocessor &amp; Embedded System</a:t>
            </a:r>
            <a:br>
              <a:rPr lang="en-US" sz="2400" dirty="0"/>
            </a:br>
            <a:r>
              <a:rPr lang="en-US" sz="2400" dirty="0"/>
              <a:t>Section: U</a:t>
            </a:r>
          </a:p>
          <a:p>
            <a:r>
              <a:rPr lang="en-US" sz="2400" dirty="0"/>
              <a:t>Group:04</a:t>
            </a:r>
          </a:p>
        </p:txBody>
      </p:sp>
    </p:spTree>
    <p:extLst>
      <p:ext uri="{BB962C8B-B14F-4D97-AF65-F5344CB8AC3E}">
        <p14:creationId xmlns:p14="http://schemas.microsoft.com/office/powerpoint/2010/main" val="342864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2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uiExpand="1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6">
            <a:extLst>
              <a:ext uri="{FF2B5EF4-FFF2-40B4-BE49-F238E27FC236}">
                <a16:creationId xmlns:a16="http://schemas.microsoft.com/office/drawing/2014/main" id="{EBF1E1B7-3DE3-4255-89E2-E2726F2BB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BD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5E81CEE-093A-4825-94F3-1E1675668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5F6A15-C6D7-4DB5-B0E3-FB5CF8032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-up of a circuit board&#10;&#10;Description automatically generated">
            <a:extLst>
              <a:ext uri="{FF2B5EF4-FFF2-40B4-BE49-F238E27FC236}">
                <a16:creationId xmlns:a16="http://schemas.microsoft.com/office/drawing/2014/main" id="{50946A3F-C7FE-AC1B-DC33-5B7D17420B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174" r="21951"/>
          <a:stretch>
            <a:fillRect/>
          </a:stretch>
        </p:blipFill>
        <p:spPr>
          <a:xfrm>
            <a:off x="8779339" y="13262"/>
            <a:ext cx="3829057" cy="6857990"/>
          </a:xfrm>
          <a:prstGeom prst="rect">
            <a:avLst/>
          </a:prstGeom>
        </p:spPr>
      </p:pic>
      <p:sp>
        <p:nvSpPr>
          <p:cNvPr id="71" name="Freeform 13">
            <a:extLst>
              <a:ext uri="{FF2B5EF4-FFF2-40B4-BE49-F238E27FC236}">
                <a16:creationId xmlns:a16="http://schemas.microsoft.com/office/drawing/2014/main" id="{70EE3EB9-9D19-4C8D-8337-65B026E17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0" y="0"/>
            <a:ext cx="9807836" cy="6858000"/>
          </a:xfrm>
          <a:custGeom>
            <a:avLst/>
            <a:gdLst>
              <a:gd name="connsiteX0" fmla="*/ 9807836 w 9807836"/>
              <a:gd name="connsiteY0" fmla="*/ 0 h 6858000"/>
              <a:gd name="connsiteX1" fmla="*/ 0 w 9807836"/>
              <a:gd name="connsiteY1" fmla="*/ 0 h 6858000"/>
              <a:gd name="connsiteX2" fmla="*/ 26987 w 9807836"/>
              <a:gd name="connsiteY2" fmla="*/ 87312 h 6858000"/>
              <a:gd name="connsiteX3" fmla="*/ 52387 w 9807836"/>
              <a:gd name="connsiteY3" fmla="*/ 174625 h 6858000"/>
              <a:gd name="connsiteX4" fmla="*/ 77787 w 9807836"/>
              <a:gd name="connsiteY4" fmla="*/ 263525 h 6858000"/>
              <a:gd name="connsiteX5" fmla="*/ 100012 w 9807836"/>
              <a:gd name="connsiteY5" fmla="*/ 354012 h 6858000"/>
              <a:gd name="connsiteX6" fmla="*/ 127000 w 9807836"/>
              <a:gd name="connsiteY6" fmla="*/ 441325 h 6858000"/>
              <a:gd name="connsiteX7" fmla="*/ 155575 w 9807836"/>
              <a:gd name="connsiteY7" fmla="*/ 525462 h 6858000"/>
              <a:gd name="connsiteX8" fmla="*/ 192087 w 9807836"/>
              <a:gd name="connsiteY8" fmla="*/ 604837 h 6858000"/>
              <a:gd name="connsiteX9" fmla="*/ 234950 w 9807836"/>
              <a:gd name="connsiteY9" fmla="*/ 677862 h 6858000"/>
              <a:gd name="connsiteX10" fmla="*/ 282575 w 9807836"/>
              <a:gd name="connsiteY10" fmla="*/ 739775 h 6858000"/>
              <a:gd name="connsiteX11" fmla="*/ 334962 w 9807836"/>
              <a:gd name="connsiteY11" fmla="*/ 798512 h 6858000"/>
              <a:gd name="connsiteX12" fmla="*/ 395287 w 9807836"/>
              <a:gd name="connsiteY12" fmla="*/ 852487 h 6858000"/>
              <a:gd name="connsiteX13" fmla="*/ 458787 w 9807836"/>
              <a:gd name="connsiteY13" fmla="*/ 906462 h 6858000"/>
              <a:gd name="connsiteX14" fmla="*/ 525462 w 9807836"/>
              <a:gd name="connsiteY14" fmla="*/ 957262 h 6858000"/>
              <a:gd name="connsiteX15" fmla="*/ 592137 w 9807836"/>
              <a:gd name="connsiteY15" fmla="*/ 1008062 h 6858000"/>
              <a:gd name="connsiteX16" fmla="*/ 660400 w 9807836"/>
              <a:gd name="connsiteY16" fmla="*/ 1060450 h 6858000"/>
              <a:gd name="connsiteX17" fmla="*/ 725487 w 9807836"/>
              <a:gd name="connsiteY17" fmla="*/ 1111250 h 6858000"/>
              <a:gd name="connsiteX18" fmla="*/ 787400 w 9807836"/>
              <a:gd name="connsiteY18" fmla="*/ 1165225 h 6858000"/>
              <a:gd name="connsiteX19" fmla="*/ 844550 w 9807836"/>
              <a:gd name="connsiteY19" fmla="*/ 1223962 h 6858000"/>
              <a:gd name="connsiteX20" fmla="*/ 896937 w 9807836"/>
              <a:gd name="connsiteY20" fmla="*/ 1282700 h 6858000"/>
              <a:gd name="connsiteX21" fmla="*/ 939800 w 9807836"/>
              <a:gd name="connsiteY21" fmla="*/ 1346200 h 6858000"/>
              <a:gd name="connsiteX22" fmla="*/ 976312 w 9807836"/>
              <a:gd name="connsiteY22" fmla="*/ 1417637 h 6858000"/>
              <a:gd name="connsiteX23" fmla="*/ 998537 w 9807836"/>
              <a:gd name="connsiteY23" fmla="*/ 1487487 h 6858000"/>
              <a:gd name="connsiteX24" fmla="*/ 1012825 w 9807836"/>
              <a:gd name="connsiteY24" fmla="*/ 1565275 h 6858000"/>
              <a:gd name="connsiteX25" fmla="*/ 1019175 w 9807836"/>
              <a:gd name="connsiteY25" fmla="*/ 1641475 h 6858000"/>
              <a:gd name="connsiteX26" fmla="*/ 1017587 w 9807836"/>
              <a:gd name="connsiteY26" fmla="*/ 1722437 h 6858000"/>
              <a:gd name="connsiteX27" fmla="*/ 1011237 w 9807836"/>
              <a:gd name="connsiteY27" fmla="*/ 1803400 h 6858000"/>
              <a:gd name="connsiteX28" fmla="*/ 1003300 w 9807836"/>
              <a:gd name="connsiteY28" fmla="*/ 1887537 h 6858000"/>
              <a:gd name="connsiteX29" fmla="*/ 992187 w 9807836"/>
              <a:gd name="connsiteY29" fmla="*/ 1971675 h 6858000"/>
              <a:gd name="connsiteX30" fmla="*/ 979487 w 9807836"/>
              <a:gd name="connsiteY30" fmla="*/ 2055812 h 6858000"/>
              <a:gd name="connsiteX31" fmla="*/ 969962 w 9807836"/>
              <a:gd name="connsiteY31" fmla="*/ 2139950 h 6858000"/>
              <a:gd name="connsiteX32" fmla="*/ 963612 w 9807836"/>
              <a:gd name="connsiteY32" fmla="*/ 2224087 h 6858000"/>
              <a:gd name="connsiteX33" fmla="*/ 958850 w 9807836"/>
              <a:gd name="connsiteY33" fmla="*/ 2305050 h 6858000"/>
              <a:gd name="connsiteX34" fmla="*/ 963612 w 9807836"/>
              <a:gd name="connsiteY34" fmla="*/ 2384425 h 6858000"/>
              <a:gd name="connsiteX35" fmla="*/ 973137 w 9807836"/>
              <a:gd name="connsiteY35" fmla="*/ 2462212 h 6858000"/>
              <a:gd name="connsiteX36" fmla="*/ 993775 w 9807836"/>
              <a:gd name="connsiteY36" fmla="*/ 2543175 h 6858000"/>
              <a:gd name="connsiteX37" fmla="*/ 1025525 w 9807836"/>
              <a:gd name="connsiteY37" fmla="*/ 2622550 h 6858000"/>
              <a:gd name="connsiteX38" fmla="*/ 1063625 w 9807836"/>
              <a:gd name="connsiteY38" fmla="*/ 2701925 h 6858000"/>
              <a:gd name="connsiteX39" fmla="*/ 1106487 w 9807836"/>
              <a:gd name="connsiteY39" fmla="*/ 2781300 h 6858000"/>
              <a:gd name="connsiteX40" fmla="*/ 1150937 w 9807836"/>
              <a:gd name="connsiteY40" fmla="*/ 2859087 h 6858000"/>
              <a:gd name="connsiteX41" fmla="*/ 1198562 w 9807836"/>
              <a:gd name="connsiteY41" fmla="*/ 2938462 h 6858000"/>
              <a:gd name="connsiteX42" fmla="*/ 1241425 w 9807836"/>
              <a:gd name="connsiteY42" fmla="*/ 3017837 h 6858000"/>
              <a:gd name="connsiteX43" fmla="*/ 1284288 w 9807836"/>
              <a:gd name="connsiteY43" fmla="*/ 3098800 h 6858000"/>
              <a:gd name="connsiteX44" fmla="*/ 1320800 w 9807836"/>
              <a:gd name="connsiteY44" fmla="*/ 3179762 h 6858000"/>
              <a:gd name="connsiteX45" fmla="*/ 1349375 w 9807836"/>
              <a:gd name="connsiteY45" fmla="*/ 3260725 h 6858000"/>
              <a:gd name="connsiteX46" fmla="*/ 1365250 w 9807836"/>
              <a:gd name="connsiteY46" fmla="*/ 3343275 h 6858000"/>
              <a:gd name="connsiteX47" fmla="*/ 1374775 w 9807836"/>
              <a:gd name="connsiteY47" fmla="*/ 3429000 h 6858000"/>
              <a:gd name="connsiteX48" fmla="*/ 1365250 w 9807836"/>
              <a:gd name="connsiteY48" fmla="*/ 3514725 h 6858000"/>
              <a:gd name="connsiteX49" fmla="*/ 1349375 w 9807836"/>
              <a:gd name="connsiteY49" fmla="*/ 3597275 h 6858000"/>
              <a:gd name="connsiteX50" fmla="*/ 1320800 w 9807836"/>
              <a:gd name="connsiteY50" fmla="*/ 3678237 h 6858000"/>
              <a:gd name="connsiteX51" fmla="*/ 1284288 w 9807836"/>
              <a:gd name="connsiteY51" fmla="*/ 3759200 h 6858000"/>
              <a:gd name="connsiteX52" fmla="*/ 1241425 w 9807836"/>
              <a:gd name="connsiteY52" fmla="*/ 3840162 h 6858000"/>
              <a:gd name="connsiteX53" fmla="*/ 1198562 w 9807836"/>
              <a:gd name="connsiteY53" fmla="*/ 3919537 h 6858000"/>
              <a:gd name="connsiteX54" fmla="*/ 1150937 w 9807836"/>
              <a:gd name="connsiteY54" fmla="*/ 3998912 h 6858000"/>
              <a:gd name="connsiteX55" fmla="*/ 1106487 w 9807836"/>
              <a:gd name="connsiteY55" fmla="*/ 4076700 h 6858000"/>
              <a:gd name="connsiteX56" fmla="*/ 1063625 w 9807836"/>
              <a:gd name="connsiteY56" fmla="*/ 4156075 h 6858000"/>
              <a:gd name="connsiteX57" fmla="*/ 1025525 w 9807836"/>
              <a:gd name="connsiteY57" fmla="*/ 4235450 h 6858000"/>
              <a:gd name="connsiteX58" fmla="*/ 993775 w 9807836"/>
              <a:gd name="connsiteY58" fmla="*/ 4314825 h 6858000"/>
              <a:gd name="connsiteX59" fmla="*/ 973137 w 9807836"/>
              <a:gd name="connsiteY59" fmla="*/ 4395787 h 6858000"/>
              <a:gd name="connsiteX60" fmla="*/ 963612 w 9807836"/>
              <a:gd name="connsiteY60" fmla="*/ 4473575 h 6858000"/>
              <a:gd name="connsiteX61" fmla="*/ 958850 w 9807836"/>
              <a:gd name="connsiteY61" fmla="*/ 4552950 h 6858000"/>
              <a:gd name="connsiteX62" fmla="*/ 963612 w 9807836"/>
              <a:gd name="connsiteY62" fmla="*/ 4633912 h 6858000"/>
              <a:gd name="connsiteX63" fmla="*/ 969962 w 9807836"/>
              <a:gd name="connsiteY63" fmla="*/ 4718050 h 6858000"/>
              <a:gd name="connsiteX64" fmla="*/ 979487 w 9807836"/>
              <a:gd name="connsiteY64" fmla="*/ 4802187 h 6858000"/>
              <a:gd name="connsiteX65" fmla="*/ 992187 w 9807836"/>
              <a:gd name="connsiteY65" fmla="*/ 4886325 h 6858000"/>
              <a:gd name="connsiteX66" fmla="*/ 1003300 w 9807836"/>
              <a:gd name="connsiteY66" fmla="*/ 4970462 h 6858000"/>
              <a:gd name="connsiteX67" fmla="*/ 1011237 w 9807836"/>
              <a:gd name="connsiteY67" fmla="*/ 5054600 h 6858000"/>
              <a:gd name="connsiteX68" fmla="*/ 1017587 w 9807836"/>
              <a:gd name="connsiteY68" fmla="*/ 5135562 h 6858000"/>
              <a:gd name="connsiteX69" fmla="*/ 1019175 w 9807836"/>
              <a:gd name="connsiteY69" fmla="*/ 5216525 h 6858000"/>
              <a:gd name="connsiteX70" fmla="*/ 1012825 w 9807836"/>
              <a:gd name="connsiteY70" fmla="*/ 5292725 h 6858000"/>
              <a:gd name="connsiteX71" fmla="*/ 998537 w 9807836"/>
              <a:gd name="connsiteY71" fmla="*/ 5370512 h 6858000"/>
              <a:gd name="connsiteX72" fmla="*/ 976312 w 9807836"/>
              <a:gd name="connsiteY72" fmla="*/ 5440362 h 6858000"/>
              <a:gd name="connsiteX73" fmla="*/ 939800 w 9807836"/>
              <a:gd name="connsiteY73" fmla="*/ 5511800 h 6858000"/>
              <a:gd name="connsiteX74" fmla="*/ 896937 w 9807836"/>
              <a:gd name="connsiteY74" fmla="*/ 5575300 h 6858000"/>
              <a:gd name="connsiteX75" fmla="*/ 844550 w 9807836"/>
              <a:gd name="connsiteY75" fmla="*/ 5634037 h 6858000"/>
              <a:gd name="connsiteX76" fmla="*/ 787400 w 9807836"/>
              <a:gd name="connsiteY76" fmla="*/ 5692775 h 6858000"/>
              <a:gd name="connsiteX77" fmla="*/ 725487 w 9807836"/>
              <a:gd name="connsiteY77" fmla="*/ 5746750 h 6858000"/>
              <a:gd name="connsiteX78" fmla="*/ 660400 w 9807836"/>
              <a:gd name="connsiteY78" fmla="*/ 5797550 h 6858000"/>
              <a:gd name="connsiteX79" fmla="*/ 592137 w 9807836"/>
              <a:gd name="connsiteY79" fmla="*/ 5849937 h 6858000"/>
              <a:gd name="connsiteX80" fmla="*/ 525462 w 9807836"/>
              <a:gd name="connsiteY80" fmla="*/ 5900737 h 6858000"/>
              <a:gd name="connsiteX81" fmla="*/ 458787 w 9807836"/>
              <a:gd name="connsiteY81" fmla="*/ 5951537 h 6858000"/>
              <a:gd name="connsiteX82" fmla="*/ 395287 w 9807836"/>
              <a:gd name="connsiteY82" fmla="*/ 6005512 h 6858000"/>
              <a:gd name="connsiteX83" fmla="*/ 334962 w 9807836"/>
              <a:gd name="connsiteY83" fmla="*/ 6059487 h 6858000"/>
              <a:gd name="connsiteX84" fmla="*/ 282575 w 9807836"/>
              <a:gd name="connsiteY84" fmla="*/ 6118225 h 6858000"/>
              <a:gd name="connsiteX85" fmla="*/ 234950 w 9807836"/>
              <a:gd name="connsiteY85" fmla="*/ 6180137 h 6858000"/>
              <a:gd name="connsiteX86" fmla="*/ 192087 w 9807836"/>
              <a:gd name="connsiteY86" fmla="*/ 6253162 h 6858000"/>
              <a:gd name="connsiteX87" fmla="*/ 155575 w 9807836"/>
              <a:gd name="connsiteY87" fmla="*/ 6332537 h 6858000"/>
              <a:gd name="connsiteX88" fmla="*/ 127000 w 9807836"/>
              <a:gd name="connsiteY88" fmla="*/ 6416675 h 6858000"/>
              <a:gd name="connsiteX89" fmla="*/ 100012 w 9807836"/>
              <a:gd name="connsiteY89" fmla="*/ 6503987 h 6858000"/>
              <a:gd name="connsiteX90" fmla="*/ 77787 w 9807836"/>
              <a:gd name="connsiteY90" fmla="*/ 6594475 h 6858000"/>
              <a:gd name="connsiteX91" fmla="*/ 52387 w 9807836"/>
              <a:gd name="connsiteY91" fmla="*/ 6683375 h 6858000"/>
              <a:gd name="connsiteX92" fmla="*/ 26987 w 9807836"/>
              <a:gd name="connsiteY92" fmla="*/ 6770687 h 6858000"/>
              <a:gd name="connsiteX93" fmla="*/ 0 w 9807836"/>
              <a:gd name="connsiteY93" fmla="*/ 6858000 h 6858000"/>
              <a:gd name="connsiteX94" fmla="*/ 9807836 w 9807836"/>
              <a:gd name="connsiteY94" fmla="*/ 6858000 h 6858000"/>
              <a:gd name="connsiteX95" fmla="*/ 9807836 w 9807836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9807836" h="6858000">
                <a:moveTo>
                  <a:pt x="9807836" y="0"/>
                </a:moveTo>
                <a:lnTo>
                  <a:pt x="0" y="0"/>
                </a:lnTo>
                <a:lnTo>
                  <a:pt x="26987" y="87312"/>
                </a:lnTo>
                <a:lnTo>
                  <a:pt x="52387" y="174625"/>
                </a:lnTo>
                <a:lnTo>
                  <a:pt x="77787" y="263525"/>
                </a:lnTo>
                <a:lnTo>
                  <a:pt x="100012" y="354012"/>
                </a:lnTo>
                <a:lnTo>
                  <a:pt x="127000" y="441325"/>
                </a:lnTo>
                <a:lnTo>
                  <a:pt x="155575" y="525462"/>
                </a:lnTo>
                <a:lnTo>
                  <a:pt x="192087" y="604837"/>
                </a:lnTo>
                <a:lnTo>
                  <a:pt x="234950" y="677862"/>
                </a:lnTo>
                <a:lnTo>
                  <a:pt x="282575" y="739775"/>
                </a:lnTo>
                <a:lnTo>
                  <a:pt x="334962" y="798512"/>
                </a:lnTo>
                <a:lnTo>
                  <a:pt x="395287" y="852487"/>
                </a:lnTo>
                <a:lnTo>
                  <a:pt x="458787" y="906462"/>
                </a:lnTo>
                <a:lnTo>
                  <a:pt x="525462" y="957262"/>
                </a:lnTo>
                <a:lnTo>
                  <a:pt x="592137" y="1008062"/>
                </a:lnTo>
                <a:lnTo>
                  <a:pt x="660400" y="1060450"/>
                </a:lnTo>
                <a:lnTo>
                  <a:pt x="725487" y="1111250"/>
                </a:lnTo>
                <a:lnTo>
                  <a:pt x="787400" y="1165225"/>
                </a:lnTo>
                <a:lnTo>
                  <a:pt x="844550" y="1223962"/>
                </a:lnTo>
                <a:lnTo>
                  <a:pt x="896937" y="1282700"/>
                </a:lnTo>
                <a:lnTo>
                  <a:pt x="939800" y="1346200"/>
                </a:lnTo>
                <a:lnTo>
                  <a:pt x="976312" y="1417637"/>
                </a:lnTo>
                <a:lnTo>
                  <a:pt x="998537" y="1487487"/>
                </a:lnTo>
                <a:lnTo>
                  <a:pt x="1012825" y="1565275"/>
                </a:lnTo>
                <a:lnTo>
                  <a:pt x="1019175" y="1641475"/>
                </a:lnTo>
                <a:lnTo>
                  <a:pt x="1017587" y="1722437"/>
                </a:lnTo>
                <a:lnTo>
                  <a:pt x="1011237" y="1803400"/>
                </a:lnTo>
                <a:lnTo>
                  <a:pt x="1003300" y="1887537"/>
                </a:lnTo>
                <a:lnTo>
                  <a:pt x="992187" y="1971675"/>
                </a:lnTo>
                <a:lnTo>
                  <a:pt x="979487" y="2055812"/>
                </a:lnTo>
                <a:lnTo>
                  <a:pt x="969962" y="2139950"/>
                </a:lnTo>
                <a:lnTo>
                  <a:pt x="963612" y="2224087"/>
                </a:lnTo>
                <a:lnTo>
                  <a:pt x="958850" y="2305050"/>
                </a:lnTo>
                <a:lnTo>
                  <a:pt x="963612" y="2384425"/>
                </a:lnTo>
                <a:lnTo>
                  <a:pt x="973137" y="2462212"/>
                </a:lnTo>
                <a:lnTo>
                  <a:pt x="993775" y="2543175"/>
                </a:lnTo>
                <a:lnTo>
                  <a:pt x="1025525" y="2622550"/>
                </a:lnTo>
                <a:lnTo>
                  <a:pt x="1063625" y="2701925"/>
                </a:lnTo>
                <a:lnTo>
                  <a:pt x="1106487" y="2781300"/>
                </a:lnTo>
                <a:lnTo>
                  <a:pt x="1150937" y="2859087"/>
                </a:lnTo>
                <a:lnTo>
                  <a:pt x="1198562" y="2938462"/>
                </a:lnTo>
                <a:lnTo>
                  <a:pt x="1241425" y="3017837"/>
                </a:lnTo>
                <a:lnTo>
                  <a:pt x="1284288" y="3098800"/>
                </a:lnTo>
                <a:lnTo>
                  <a:pt x="1320800" y="3179762"/>
                </a:lnTo>
                <a:lnTo>
                  <a:pt x="1349375" y="3260725"/>
                </a:lnTo>
                <a:lnTo>
                  <a:pt x="1365250" y="3343275"/>
                </a:lnTo>
                <a:lnTo>
                  <a:pt x="1374775" y="3429000"/>
                </a:lnTo>
                <a:lnTo>
                  <a:pt x="1365250" y="3514725"/>
                </a:lnTo>
                <a:lnTo>
                  <a:pt x="1349375" y="3597275"/>
                </a:lnTo>
                <a:lnTo>
                  <a:pt x="1320800" y="3678237"/>
                </a:lnTo>
                <a:lnTo>
                  <a:pt x="1284288" y="3759200"/>
                </a:lnTo>
                <a:lnTo>
                  <a:pt x="1241425" y="3840162"/>
                </a:lnTo>
                <a:lnTo>
                  <a:pt x="1198562" y="3919537"/>
                </a:lnTo>
                <a:lnTo>
                  <a:pt x="1150937" y="3998912"/>
                </a:lnTo>
                <a:lnTo>
                  <a:pt x="1106487" y="4076700"/>
                </a:lnTo>
                <a:lnTo>
                  <a:pt x="1063625" y="4156075"/>
                </a:lnTo>
                <a:lnTo>
                  <a:pt x="1025525" y="4235450"/>
                </a:lnTo>
                <a:lnTo>
                  <a:pt x="993775" y="4314825"/>
                </a:lnTo>
                <a:lnTo>
                  <a:pt x="973137" y="4395787"/>
                </a:lnTo>
                <a:lnTo>
                  <a:pt x="963612" y="4473575"/>
                </a:lnTo>
                <a:lnTo>
                  <a:pt x="958850" y="4552950"/>
                </a:lnTo>
                <a:lnTo>
                  <a:pt x="963612" y="4633912"/>
                </a:lnTo>
                <a:lnTo>
                  <a:pt x="969962" y="4718050"/>
                </a:lnTo>
                <a:lnTo>
                  <a:pt x="979487" y="4802187"/>
                </a:lnTo>
                <a:lnTo>
                  <a:pt x="992187" y="4886325"/>
                </a:lnTo>
                <a:lnTo>
                  <a:pt x="1003300" y="4970462"/>
                </a:lnTo>
                <a:lnTo>
                  <a:pt x="1011237" y="5054600"/>
                </a:lnTo>
                <a:lnTo>
                  <a:pt x="1017587" y="5135562"/>
                </a:lnTo>
                <a:lnTo>
                  <a:pt x="1019175" y="5216525"/>
                </a:lnTo>
                <a:lnTo>
                  <a:pt x="1012825" y="5292725"/>
                </a:lnTo>
                <a:lnTo>
                  <a:pt x="998537" y="5370512"/>
                </a:lnTo>
                <a:lnTo>
                  <a:pt x="976312" y="5440362"/>
                </a:lnTo>
                <a:lnTo>
                  <a:pt x="939800" y="5511800"/>
                </a:lnTo>
                <a:lnTo>
                  <a:pt x="896937" y="5575300"/>
                </a:lnTo>
                <a:lnTo>
                  <a:pt x="844550" y="5634037"/>
                </a:lnTo>
                <a:lnTo>
                  <a:pt x="787400" y="5692775"/>
                </a:lnTo>
                <a:lnTo>
                  <a:pt x="725487" y="5746750"/>
                </a:lnTo>
                <a:lnTo>
                  <a:pt x="660400" y="5797550"/>
                </a:lnTo>
                <a:lnTo>
                  <a:pt x="592137" y="5849937"/>
                </a:lnTo>
                <a:lnTo>
                  <a:pt x="525462" y="5900737"/>
                </a:lnTo>
                <a:lnTo>
                  <a:pt x="458787" y="5951537"/>
                </a:lnTo>
                <a:lnTo>
                  <a:pt x="395287" y="6005512"/>
                </a:lnTo>
                <a:lnTo>
                  <a:pt x="334962" y="6059487"/>
                </a:lnTo>
                <a:lnTo>
                  <a:pt x="282575" y="6118225"/>
                </a:lnTo>
                <a:lnTo>
                  <a:pt x="234950" y="6180137"/>
                </a:lnTo>
                <a:lnTo>
                  <a:pt x="192087" y="6253162"/>
                </a:lnTo>
                <a:lnTo>
                  <a:pt x="155575" y="6332537"/>
                </a:lnTo>
                <a:lnTo>
                  <a:pt x="127000" y="6416675"/>
                </a:lnTo>
                <a:lnTo>
                  <a:pt x="100012" y="6503987"/>
                </a:lnTo>
                <a:lnTo>
                  <a:pt x="77787" y="6594475"/>
                </a:lnTo>
                <a:lnTo>
                  <a:pt x="52387" y="6683375"/>
                </a:lnTo>
                <a:lnTo>
                  <a:pt x="26987" y="6770687"/>
                </a:lnTo>
                <a:lnTo>
                  <a:pt x="0" y="6858000"/>
                </a:lnTo>
                <a:lnTo>
                  <a:pt x="9807836" y="6858000"/>
                </a:lnTo>
                <a:lnTo>
                  <a:pt x="980783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BD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AC78070-B33C-520B-7755-EEAEAAD2C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403" y="318052"/>
            <a:ext cx="7818540" cy="10999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Objective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3683C-1422-6C39-6C19-A960BD12E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4403" y="1417983"/>
            <a:ext cx="7818540" cy="43069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800" cap="none" dirty="0">
                <a:solidFill>
                  <a:schemeClr val="bg2"/>
                </a:solidFill>
                <a:latin typeface="Aptos" panose="020B0004020202020204" pitchFamily="34" charset="0"/>
              </a:rPr>
              <a:t>To design a secure digital voting system using ARDUINO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800" cap="none" dirty="0">
                <a:solidFill>
                  <a:schemeClr val="bg2"/>
                </a:solidFill>
                <a:latin typeface="Aptos" panose="020B0004020202020204" pitchFamily="34" charset="0"/>
              </a:rPr>
              <a:t>To authenticate voters using face detection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800" cap="none" dirty="0">
                <a:solidFill>
                  <a:schemeClr val="bg2"/>
                </a:solidFill>
                <a:latin typeface="Aptos" panose="020B0004020202020204" pitchFamily="34" charset="0"/>
              </a:rPr>
              <a:t>To ensure one person can vote only once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800" cap="none" dirty="0">
                <a:solidFill>
                  <a:schemeClr val="bg2"/>
                </a:solidFill>
                <a:latin typeface="Aptos" panose="020B0004020202020204" pitchFamily="34" charset="0"/>
              </a:rPr>
              <a:t>To detect tampering during vote casting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800" cap="none" dirty="0">
                <a:solidFill>
                  <a:schemeClr val="bg2"/>
                </a:solidFill>
                <a:latin typeface="Aptos" panose="020B0004020202020204" pitchFamily="34" charset="0"/>
              </a:rPr>
              <a:t>To store voting status permanently using EEPROM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C0AC2E3-4309-4DC9-AB89-9A199B576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>
        <p:nvSpPr>
          <p:cNvPr id="68" name="Freeform 16">
            <a:extLst>
              <a:ext uri="{FF2B5EF4-FFF2-40B4-BE49-F238E27FC236}">
                <a16:creationId xmlns:a16="http://schemas.microsoft.com/office/drawing/2014/main" id="{55810C7D-342F-4349-ACE9-E99E72885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433061" y="0"/>
            <a:ext cx="1646238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5016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5783091-88D5-2D06-9AB8-FE9B83665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609599"/>
            <a:ext cx="4673600" cy="609601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BD" sz="4000" dirty="0">
                <a:solidFill>
                  <a:schemeClr val="accent1">
                    <a:lumMod val="50000"/>
                  </a:schemeClr>
                </a:solidFill>
              </a:rPr>
              <a:t>INTRODUCTION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FCDE2624-7CF5-56EE-A798-9885417635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2820037"/>
              </p:ext>
            </p:extLst>
          </p:nvPr>
        </p:nvGraphicFramePr>
        <p:xfrm>
          <a:off x="762000" y="1404730"/>
          <a:ext cx="6221896" cy="503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A2606352-B9D0-7015-6D4B-211DE7790F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2968" y="416838"/>
            <a:ext cx="3157032" cy="3012161"/>
          </a:xfrm>
          <a:prstGeom prst="rect">
            <a:avLst/>
          </a:prstGeom>
        </p:spPr>
      </p:pic>
      <p:pic>
        <p:nvPicPr>
          <p:cNvPr id="34" name="Picture 33" descr="A hand putting a ballot into a computer&#10;&#10;Description automatically generated">
            <a:extLst>
              <a:ext uri="{FF2B5EF4-FFF2-40B4-BE49-F238E27FC236}">
                <a16:creationId xmlns:a16="http://schemas.microsoft.com/office/drawing/2014/main" id="{7895F772-B05C-61FF-DDE7-0EFFF76CB3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2968" y="3642280"/>
            <a:ext cx="3157032" cy="279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5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9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9DBA3C2-C92B-4CEB-868F-52A62295B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B2103-996A-E1F2-7315-0FFF3DD0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6" y="533400"/>
            <a:ext cx="10668004" cy="962280"/>
          </a:xfrm>
          <a:solidFill>
            <a:schemeClr val="tx2">
              <a:lumMod val="40000"/>
              <a:lumOff val="60000"/>
            </a:schemeClr>
          </a:solidFill>
        </p:spPr>
        <p:txBody>
          <a:bodyPr anchor="b">
            <a:normAutofit/>
          </a:bodyPr>
          <a:lstStyle/>
          <a:p>
            <a:pPr algn="ctr"/>
            <a:r>
              <a:rPr lang="en-BD" dirty="0">
                <a:solidFill>
                  <a:schemeClr val="tx2"/>
                </a:solidFill>
              </a:rPr>
              <a:t>Theory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A5C11C9-65D2-491A-A266-6ADBD2CB4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006736"/>
            <a:ext cx="12191998" cy="851265"/>
          </a:xfrm>
          <a:custGeom>
            <a:avLst/>
            <a:gdLst>
              <a:gd name="connsiteX0" fmla="*/ 619389 w 12191998"/>
              <a:gd name="connsiteY0" fmla="*/ 0 h 851265"/>
              <a:gd name="connsiteX1" fmla="*/ 687652 w 12191998"/>
              <a:gd name="connsiteY1" fmla="*/ 3175 h 851265"/>
              <a:gd name="connsiteX2" fmla="*/ 747977 w 12191998"/>
              <a:gd name="connsiteY2" fmla="*/ 9525 h 851265"/>
              <a:gd name="connsiteX3" fmla="*/ 800364 w 12191998"/>
              <a:gd name="connsiteY3" fmla="*/ 20637 h 851265"/>
              <a:gd name="connsiteX4" fmla="*/ 846402 w 12191998"/>
              <a:gd name="connsiteY4" fmla="*/ 36512 h 851265"/>
              <a:gd name="connsiteX5" fmla="*/ 887677 w 12191998"/>
              <a:gd name="connsiteY5" fmla="*/ 52387 h 851265"/>
              <a:gd name="connsiteX6" fmla="*/ 924189 w 12191998"/>
              <a:gd name="connsiteY6" fmla="*/ 68262 h 851265"/>
              <a:gd name="connsiteX7" fmla="*/ 962289 w 12191998"/>
              <a:gd name="connsiteY7" fmla="*/ 87312 h 851265"/>
              <a:gd name="connsiteX8" fmla="*/ 1000389 w 12191998"/>
              <a:gd name="connsiteY8" fmla="*/ 106362 h 851265"/>
              <a:gd name="connsiteX9" fmla="*/ 1036902 w 12191998"/>
              <a:gd name="connsiteY9" fmla="*/ 125412 h 851265"/>
              <a:gd name="connsiteX10" fmla="*/ 1078177 w 12191998"/>
              <a:gd name="connsiteY10" fmla="*/ 141287 h 851265"/>
              <a:gd name="connsiteX11" fmla="*/ 1124214 w 12191998"/>
              <a:gd name="connsiteY11" fmla="*/ 155575 h 851265"/>
              <a:gd name="connsiteX12" fmla="*/ 1176602 w 12191998"/>
              <a:gd name="connsiteY12" fmla="*/ 166687 h 851265"/>
              <a:gd name="connsiteX13" fmla="*/ 1236927 w 12191998"/>
              <a:gd name="connsiteY13" fmla="*/ 174625 h 851265"/>
              <a:gd name="connsiteX14" fmla="*/ 1305189 w 12191998"/>
              <a:gd name="connsiteY14" fmla="*/ 176212 h 851265"/>
              <a:gd name="connsiteX15" fmla="*/ 1373452 w 12191998"/>
              <a:gd name="connsiteY15" fmla="*/ 174625 h 851265"/>
              <a:gd name="connsiteX16" fmla="*/ 1433777 w 12191998"/>
              <a:gd name="connsiteY16" fmla="*/ 166687 h 851265"/>
              <a:gd name="connsiteX17" fmla="*/ 1486164 w 12191998"/>
              <a:gd name="connsiteY17" fmla="*/ 155575 h 851265"/>
              <a:gd name="connsiteX18" fmla="*/ 1532202 w 12191998"/>
              <a:gd name="connsiteY18" fmla="*/ 141287 h 851265"/>
              <a:gd name="connsiteX19" fmla="*/ 1573477 w 12191998"/>
              <a:gd name="connsiteY19" fmla="*/ 125412 h 851265"/>
              <a:gd name="connsiteX20" fmla="*/ 1609989 w 12191998"/>
              <a:gd name="connsiteY20" fmla="*/ 106362 h 851265"/>
              <a:gd name="connsiteX21" fmla="*/ 1648089 w 12191998"/>
              <a:gd name="connsiteY21" fmla="*/ 87312 h 851265"/>
              <a:gd name="connsiteX22" fmla="*/ 1686189 w 12191998"/>
              <a:gd name="connsiteY22" fmla="*/ 68262 h 851265"/>
              <a:gd name="connsiteX23" fmla="*/ 1722702 w 12191998"/>
              <a:gd name="connsiteY23" fmla="*/ 52387 h 851265"/>
              <a:gd name="connsiteX24" fmla="*/ 1763977 w 12191998"/>
              <a:gd name="connsiteY24" fmla="*/ 36512 h 851265"/>
              <a:gd name="connsiteX25" fmla="*/ 1810014 w 12191998"/>
              <a:gd name="connsiteY25" fmla="*/ 20637 h 851265"/>
              <a:gd name="connsiteX26" fmla="*/ 1862402 w 12191998"/>
              <a:gd name="connsiteY26" fmla="*/ 9525 h 851265"/>
              <a:gd name="connsiteX27" fmla="*/ 1922727 w 12191998"/>
              <a:gd name="connsiteY27" fmla="*/ 3175 h 851265"/>
              <a:gd name="connsiteX28" fmla="*/ 1990989 w 12191998"/>
              <a:gd name="connsiteY28" fmla="*/ 0 h 851265"/>
              <a:gd name="connsiteX29" fmla="*/ 2059252 w 12191998"/>
              <a:gd name="connsiteY29" fmla="*/ 3175 h 851265"/>
              <a:gd name="connsiteX30" fmla="*/ 2119577 w 12191998"/>
              <a:gd name="connsiteY30" fmla="*/ 9525 h 851265"/>
              <a:gd name="connsiteX31" fmla="*/ 2171964 w 12191998"/>
              <a:gd name="connsiteY31" fmla="*/ 20637 h 851265"/>
              <a:gd name="connsiteX32" fmla="*/ 2218002 w 12191998"/>
              <a:gd name="connsiteY32" fmla="*/ 36512 h 851265"/>
              <a:gd name="connsiteX33" fmla="*/ 2259277 w 12191998"/>
              <a:gd name="connsiteY33" fmla="*/ 52387 h 851265"/>
              <a:gd name="connsiteX34" fmla="*/ 2295789 w 12191998"/>
              <a:gd name="connsiteY34" fmla="*/ 68262 h 851265"/>
              <a:gd name="connsiteX35" fmla="*/ 2333889 w 12191998"/>
              <a:gd name="connsiteY35" fmla="*/ 87312 h 851265"/>
              <a:gd name="connsiteX36" fmla="*/ 2371989 w 12191998"/>
              <a:gd name="connsiteY36" fmla="*/ 106362 h 851265"/>
              <a:gd name="connsiteX37" fmla="*/ 2408502 w 12191998"/>
              <a:gd name="connsiteY37" fmla="*/ 125412 h 851265"/>
              <a:gd name="connsiteX38" fmla="*/ 2449777 w 12191998"/>
              <a:gd name="connsiteY38" fmla="*/ 141287 h 851265"/>
              <a:gd name="connsiteX39" fmla="*/ 2495814 w 12191998"/>
              <a:gd name="connsiteY39" fmla="*/ 155575 h 851265"/>
              <a:gd name="connsiteX40" fmla="*/ 2548202 w 12191998"/>
              <a:gd name="connsiteY40" fmla="*/ 166687 h 851265"/>
              <a:gd name="connsiteX41" fmla="*/ 2608527 w 12191998"/>
              <a:gd name="connsiteY41" fmla="*/ 174625 h 851265"/>
              <a:gd name="connsiteX42" fmla="*/ 2676789 w 12191998"/>
              <a:gd name="connsiteY42" fmla="*/ 176212 h 851265"/>
              <a:gd name="connsiteX43" fmla="*/ 2745052 w 12191998"/>
              <a:gd name="connsiteY43" fmla="*/ 174625 h 851265"/>
              <a:gd name="connsiteX44" fmla="*/ 2805377 w 12191998"/>
              <a:gd name="connsiteY44" fmla="*/ 166687 h 851265"/>
              <a:gd name="connsiteX45" fmla="*/ 2857764 w 12191998"/>
              <a:gd name="connsiteY45" fmla="*/ 155575 h 851265"/>
              <a:gd name="connsiteX46" fmla="*/ 2903802 w 12191998"/>
              <a:gd name="connsiteY46" fmla="*/ 141287 h 851265"/>
              <a:gd name="connsiteX47" fmla="*/ 2945077 w 12191998"/>
              <a:gd name="connsiteY47" fmla="*/ 125412 h 851265"/>
              <a:gd name="connsiteX48" fmla="*/ 2981589 w 12191998"/>
              <a:gd name="connsiteY48" fmla="*/ 106362 h 851265"/>
              <a:gd name="connsiteX49" fmla="*/ 3019689 w 12191998"/>
              <a:gd name="connsiteY49" fmla="*/ 87312 h 851265"/>
              <a:gd name="connsiteX50" fmla="*/ 3057789 w 12191998"/>
              <a:gd name="connsiteY50" fmla="*/ 68262 h 851265"/>
              <a:gd name="connsiteX51" fmla="*/ 3094302 w 12191998"/>
              <a:gd name="connsiteY51" fmla="*/ 52387 h 851265"/>
              <a:gd name="connsiteX52" fmla="*/ 3135577 w 12191998"/>
              <a:gd name="connsiteY52" fmla="*/ 36512 h 851265"/>
              <a:gd name="connsiteX53" fmla="*/ 3181614 w 12191998"/>
              <a:gd name="connsiteY53" fmla="*/ 20637 h 851265"/>
              <a:gd name="connsiteX54" fmla="*/ 3234002 w 12191998"/>
              <a:gd name="connsiteY54" fmla="*/ 9525 h 851265"/>
              <a:gd name="connsiteX55" fmla="*/ 3294327 w 12191998"/>
              <a:gd name="connsiteY55" fmla="*/ 3175 h 851265"/>
              <a:gd name="connsiteX56" fmla="*/ 3361002 w 12191998"/>
              <a:gd name="connsiteY56" fmla="*/ 0 h 851265"/>
              <a:gd name="connsiteX57" fmla="*/ 3430852 w 12191998"/>
              <a:gd name="connsiteY57" fmla="*/ 3175 h 851265"/>
              <a:gd name="connsiteX58" fmla="*/ 3491177 w 12191998"/>
              <a:gd name="connsiteY58" fmla="*/ 9525 h 851265"/>
              <a:gd name="connsiteX59" fmla="*/ 3543564 w 12191998"/>
              <a:gd name="connsiteY59" fmla="*/ 20637 h 851265"/>
              <a:gd name="connsiteX60" fmla="*/ 3589602 w 12191998"/>
              <a:gd name="connsiteY60" fmla="*/ 36512 h 851265"/>
              <a:gd name="connsiteX61" fmla="*/ 3630877 w 12191998"/>
              <a:gd name="connsiteY61" fmla="*/ 52387 h 851265"/>
              <a:gd name="connsiteX62" fmla="*/ 3667389 w 12191998"/>
              <a:gd name="connsiteY62" fmla="*/ 68262 h 851265"/>
              <a:gd name="connsiteX63" fmla="*/ 3705489 w 12191998"/>
              <a:gd name="connsiteY63" fmla="*/ 87312 h 851265"/>
              <a:gd name="connsiteX64" fmla="*/ 3743589 w 12191998"/>
              <a:gd name="connsiteY64" fmla="*/ 106362 h 851265"/>
              <a:gd name="connsiteX65" fmla="*/ 3780102 w 12191998"/>
              <a:gd name="connsiteY65" fmla="*/ 125412 h 851265"/>
              <a:gd name="connsiteX66" fmla="*/ 3821377 w 12191998"/>
              <a:gd name="connsiteY66" fmla="*/ 141287 h 851265"/>
              <a:gd name="connsiteX67" fmla="*/ 3867414 w 12191998"/>
              <a:gd name="connsiteY67" fmla="*/ 155575 h 851265"/>
              <a:gd name="connsiteX68" fmla="*/ 3919802 w 12191998"/>
              <a:gd name="connsiteY68" fmla="*/ 166687 h 851265"/>
              <a:gd name="connsiteX69" fmla="*/ 3980127 w 12191998"/>
              <a:gd name="connsiteY69" fmla="*/ 174625 h 851265"/>
              <a:gd name="connsiteX70" fmla="*/ 4048389 w 12191998"/>
              <a:gd name="connsiteY70" fmla="*/ 176212 h 851265"/>
              <a:gd name="connsiteX71" fmla="*/ 4116652 w 12191998"/>
              <a:gd name="connsiteY71" fmla="*/ 174625 h 851265"/>
              <a:gd name="connsiteX72" fmla="*/ 4176977 w 12191998"/>
              <a:gd name="connsiteY72" fmla="*/ 166687 h 851265"/>
              <a:gd name="connsiteX73" fmla="*/ 4229364 w 12191998"/>
              <a:gd name="connsiteY73" fmla="*/ 155575 h 851265"/>
              <a:gd name="connsiteX74" fmla="*/ 4275402 w 12191998"/>
              <a:gd name="connsiteY74" fmla="*/ 141287 h 851265"/>
              <a:gd name="connsiteX75" fmla="*/ 4316677 w 12191998"/>
              <a:gd name="connsiteY75" fmla="*/ 125412 h 851265"/>
              <a:gd name="connsiteX76" fmla="*/ 4353189 w 12191998"/>
              <a:gd name="connsiteY76" fmla="*/ 106362 h 851265"/>
              <a:gd name="connsiteX77" fmla="*/ 4429389 w 12191998"/>
              <a:gd name="connsiteY77" fmla="*/ 68262 h 851265"/>
              <a:gd name="connsiteX78" fmla="*/ 4465902 w 12191998"/>
              <a:gd name="connsiteY78" fmla="*/ 52387 h 851265"/>
              <a:gd name="connsiteX79" fmla="*/ 4507177 w 12191998"/>
              <a:gd name="connsiteY79" fmla="*/ 36512 h 851265"/>
              <a:gd name="connsiteX80" fmla="*/ 4553216 w 12191998"/>
              <a:gd name="connsiteY80" fmla="*/ 20637 h 851265"/>
              <a:gd name="connsiteX81" fmla="*/ 4605602 w 12191998"/>
              <a:gd name="connsiteY81" fmla="*/ 9525 h 851265"/>
              <a:gd name="connsiteX82" fmla="*/ 4665928 w 12191998"/>
              <a:gd name="connsiteY82" fmla="*/ 3175 h 851265"/>
              <a:gd name="connsiteX83" fmla="*/ 4734189 w 12191998"/>
              <a:gd name="connsiteY83" fmla="*/ 0 h 851265"/>
              <a:gd name="connsiteX84" fmla="*/ 4802453 w 12191998"/>
              <a:gd name="connsiteY84" fmla="*/ 3175 h 851265"/>
              <a:gd name="connsiteX85" fmla="*/ 4862777 w 12191998"/>
              <a:gd name="connsiteY85" fmla="*/ 9525 h 851265"/>
              <a:gd name="connsiteX86" fmla="*/ 4915165 w 12191998"/>
              <a:gd name="connsiteY86" fmla="*/ 20637 h 851265"/>
              <a:gd name="connsiteX87" fmla="*/ 4961202 w 12191998"/>
              <a:gd name="connsiteY87" fmla="*/ 36512 h 851265"/>
              <a:gd name="connsiteX88" fmla="*/ 5002478 w 12191998"/>
              <a:gd name="connsiteY88" fmla="*/ 52387 h 851265"/>
              <a:gd name="connsiteX89" fmla="*/ 5038989 w 12191998"/>
              <a:gd name="connsiteY89" fmla="*/ 68262 h 851265"/>
              <a:gd name="connsiteX90" fmla="*/ 5077091 w 12191998"/>
              <a:gd name="connsiteY90" fmla="*/ 87312 h 851265"/>
              <a:gd name="connsiteX91" fmla="*/ 5115189 w 12191998"/>
              <a:gd name="connsiteY91" fmla="*/ 106362 h 851265"/>
              <a:gd name="connsiteX92" fmla="*/ 5151702 w 12191998"/>
              <a:gd name="connsiteY92" fmla="*/ 125412 h 851265"/>
              <a:gd name="connsiteX93" fmla="*/ 5192978 w 12191998"/>
              <a:gd name="connsiteY93" fmla="*/ 141287 h 851265"/>
              <a:gd name="connsiteX94" fmla="*/ 5239014 w 12191998"/>
              <a:gd name="connsiteY94" fmla="*/ 155575 h 851265"/>
              <a:gd name="connsiteX95" fmla="*/ 5291401 w 12191998"/>
              <a:gd name="connsiteY95" fmla="*/ 166687 h 851265"/>
              <a:gd name="connsiteX96" fmla="*/ 5351727 w 12191998"/>
              <a:gd name="connsiteY96" fmla="*/ 174625 h 851265"/>
              <a:gd name="connsiteX97" fmla="*/ 5410199 w 12191998"/>
              <a:gd name="connsiteY97" fmla="*/ 175985 h 851265"/>
              <a:gd name="connsiteX98" fmla="*/ 5468671 w 12191998"/>
              <a:gd name="connsiteY98" fmla="*/ 174625 h 851265"/>
              <a:gd name="connsiteX99" fmla="*/ 5528996 w 12191998"/>
              <a:gd name="connsiteY99" fmla="*/ 166687 h 851265"/>
              <a:gd name="connsiteX100" fmla="*/ 5581383 w 12191998"/>
              <a:gd name="connsiteY100" fmla="*/ 155575 h 851265"/>
              <a:gd name="connsiteX101" fmla="*/ 5627421 w 12191998"/>
              <a:gd name="connsiteY101" fmla="*/ 141287 h 851265"/>
              <a:gd name="connsiteX102" fmla="*/ 5668696 w 12191998"/>
              <a:gd name="connsiteY102" fmla="*/ 125412 h 851265"/>
              <a:gd name="connsiteX103" fmla="*/ 5705210 w 12191998"/>
              <a:gd name="connsiteY103" fmla="*/ 106362 h 851265"/>
              <a:gd name="connsiteX104" fmla="*/ 5743308 w 12191998"/>
              <a:gd name="connsiteY104" fmla="*/ 87312 h 851265"/>
              <a:gd name="connsiteX105" fmla="*/ 5781408 w 12191998"/>
              <a:gd name="connsiteY105" fmla="*/ 68262 h 851265"/>
              <a:gd name="connsiteX106" fmla="*/ 5817921 w 12191998"/>
              <a:gd name="connsiteY106" fmla="*/ 52387 h 851265"/>
              <a:gd name="connsiteX107" fmla="*/ 5859196 w 12191998"/>
              <a:gd name="connsiteY107" fmla="*/ 36512 h 851265"/>
              <a:gd name="connsiteX108" fmla="*/ 5905234 w 12191998"/>
              <a:gd name="connsiteY108" fmla="*/ 20637 h 851265"/>
              <a:gd name="connsiteX109" fmla="*/ 5957621 w 12191998"/>
              <a:gd name="connsiteY109" fmla="*/ 9525 h 851265"/>
              <a:gd name="connsiteX110" fmla="*/ 6017948 w 12191998"/>
              <a:gd name="connsiteY110" fmla="*/ 3175 h 851265"/>
              <a:gd name="connsiteX111" fmla="*/ 6086210 w 12191998"/>
              <a:gd name="connsiteY111" fmla="*/ 0 h 851265"/>
              <a:gd name="connsiteX112" fmla="*/ 6095999 w 12191998"/>
              <a:gd name="connsiteY112" fmla="*/ 455 h 851265"/>
              <a:gd name="connsiteX113" fmla="*/ 6105789 w 12191998"/>
              <a:gd name="connsiteY113" fmla="*/ 0 h 851265"/>
              <a:gd name="connsiteX114" fmla="*/ 6174052 w 12191998"/>
              <a:gd name="connsiteY114" fmla="*/ 3175 h 851265"/>
              <a:gd name="connsiteX115" fmla="*/ 6234377 w 12191998"/>
              <a:gd name="connsiteY115" fmla="*/ 9525 h 851265"/>
              <a:gd name="connsiteX116" fmla="*/ 6286764 w 12191998"/>
              <a:gd name="connsiteY116" fmla="*/ 20637 h 851265"/>
              <a:gd name="connsiteX117" fmla="*/ 6332802 w 12191998"/>
              <a:gd name="connsiteY117" fmla="*/ 36512 h 851265"/>
              <a:gd name="connsiteX118" fmla="*/ 6374077 w 12191998"/>
              <a:gd name="connsiteY118" fmla="*/ 52387 h 851265"/>
              <a:gd name="connsiteX119" fmla="*/ 6410589 w 12191998"/>
              <a:gd name="connsiteY119" fmla="*/ 68262 h 851265"/>
              <a:gd name="connsiteX120" fmla="*/ 6448689 w 12191998"/>
              <a:gd name="connsiteY120" fmla="*/ 87312 h 851265"/>
              <a:gd name="connsiteX121" fmla="*/ 6486789 w 12191998"/>
              <a:gd name="connsiteY121" fmla="*/ 106362 h 851265"/>
              <a:gd name="connsiteX122" fmla="*/ 6523302 w 12191998"/>
              <a:gd name="connsiteY122" fmla="*/ 125412 h 851265"/>
              <a:gd name="connsiteX123" fmla="*/ 6564577 w 12191998"/>
              <a:gd name="connsiteY123" fmla="*/ 141287 h 851265"/>
              <a:gd name="connsiteX124" fmla="*/ 6610614 w 12191998"/>
              <a:gd name="connsiteY124" fmla="*/ 155575 h 851265"/>
              <a:gd name="connsiteX125" fmla="*/ 6663002 w 12191998"/>
              <a:gd name="connsiteY125" fmla="*/ 166687 h 851265"/>
              <a:gd name="connsiteX126" fmla="*/ 6723327 w 12191998"/>
              <a:gd name="connsiteY126" fmla="*/ 174625 h 851265"/>
              <a:gd name="connsiteX127" fmla="*/ 6781799 w 12191998"/>
              <a:gd name="connsiteY127" fmla="*/ 175985 h 851265"/>
              <a:gd name="connsiteX128" fmla="*/ 6840271 w 12191998"/>
              <a:gd name="connsiteY128" fmla="*/ 174625 h 851265"/>
              <a:gd name="connsiteX129" fmla="*/ 6900596 w 12191998"/>
              <a:gd name="connsiteY129" fmla="*/ 166687 h 851265"/>
              <a:gd name="connsiteX130" fmla="*/ 6952983 w 12191998"/>
              <a:gd name="connsiteY130" fmla="*/ 155575 h 851265"/>
              <a:gd name="connsiteX131" fmla="*/ 6999021 w 12191998"/>
              <a:gd name="connsiteY131" fmla="*/ 141287 h 851265"/>
              <a:gd name="connsiteX132" fmla="*/ 7040296 w 12191998"/>
              <a:gd name="connsiteY132" fmla="*/ 125412 h 851265"/>
              <a:gd name="connsiteX133" fmla="*/ 7076808 w 12191998"/>
              <a:gd name="connsiteY133" fmla="*/ 106362 h 851265"/>
              <a:gd name="connsiteX134" fmla="*/ 7114908 w 12191998"/>
              <a:gd name="connsiteY134" fmla="*/ 87312 h 851265"/>
              <a:gd name="connsiteX135" fmla="*/ 7153008 w 12191998"/>
              <a:gd name="connsiteY135" fmla="*/ 68262 h 851265"/>
              <a:gd name="connsiteX136" fmla="*/ 7189521 w 12191998"/>
              <a:gd name="connsiteY136" fmla="*/ 52387 h 851265"/>
              <a:gd name="connsiteX137" fmla="*/ 7230796 w 12191998"/>
              <a:gd name="connsiteY137" fmla="*/ 36512 h 851265"/>
              <a:gd name="connsiteX138" fmla="*/ 7276833 w 12191998"/>
              <a:gd name="connsiteY138" fmla="*/ 20637 h 851265"/>
              <a:gd name="connsiteX139" fmla="*/ 7329221 w 12191998"/>
              <a:gd name="connsiteY139" fmla="*/ 9525 h 851265"/>
              <a:gd name="connsiteX140" fmla="*/ 7389546 w 12191998"/>
              <a:gd name="connsiteY140" fmla="*/ 3175 h 851265"/>
              <a:gd name="connsiteX141" fmla="*/ 7457808 w 12191998"/>
              <a:gd name="connsiteY141" fmla="*/ 0 h 851265"/>
              <a:gd name="connsiteX142" fmla="*/ 7526071 w 12191998"/>
              <a:gd name="connsiteY142" fmla="*/ 3175 h 851265"/>
              <a:gd name="connsiteX143" fmla="*/ 7586396 w 12191998"/>
              <a:gd name="connsiteY143" fmla="*/ 9525 h 851265"/>
              <a:gd name="connsiteX144" fmla="*/ 7638783 w 12191998"/>
              <a:gd name="connsiteY144" fmla="*/ 20637 h 851265"/>
              <a:gd name="connsiteX145" fmla="*/ 7684821 w 12191998"/>
              <a:gd name="connsiteY145" fmla="*/ 36512 h 851265"/>
              <a:gd name="connsiteX146" fmla="*/ 7726096 w 12191998"/>
              <a:gd name="connsiteY146" fmla="*/ 52387 h 851265"/>
              <a:gd name="connsiteX147" fmla="*/ 7762608 w 12191998"/>
              <a:gd name="connsiteY147" fmla="*/ 68262 h 851265"/>
              <a:gd name="connsiteX148" fmla="*/ 7800708 w 12191998"/>
              <a:gd name="connsiteY148" fmla="*/ 87312 h 851265"/>
              <a:gd name="connsiteX149" fmla="*/ 7838808 w 12191998"/>
              <a:gd name="connsiteY149" fmla="*/ 106362 h 851265"/>
              <a:gd name="connsiteX150" fmla="*/ 7875321 w 12191998"/>
              <a:gd name="connsiteY150" fmla="*/ 125412 h 851265"/>
              <a:gd name="connsiteX151" fmla="*/ 7916596 w 12191998"/>
              <a:gd name="connsiteY151" fmla="*/ 141287 h 851265"/>
              <a:gd name="connsiteX152" fmla="*/ 7962633 w 12191998"/>
              <a:gd name="connsiteY152" fmla="*/ 155575 h 851265"/>
              <a:gd name="connsiteX153" fmla="*/ 8015021 w 12191998"/>
              <a:gd name="connsiteY153" fmla="*/ 166687 h 851265"/>
              <a:gd name="connsiteX154" fmla="*/ 8075346 w 12191998"/>
              <a:gd name="connsiteY154" fmla="*/ 174625 h 851265"/>
              <a:gd name="connsiteX155" fmla="*/ 8143608 w 12191998"/>
              <a:gd name="connsiteY155" fmla="*/ 176212 h 851265"/>
              <a:gd name="connsiteX156" fmla="*/ 8211871 w 12191998"/>
              <a:gd name="connsiteY156" fmla="*/ 174625 h 851265"/>
              <a:gd name="connsiteX157" fmla="*/ 8272196 w 12191998"/>
              <a:gd name="connsiteY157" fmla="*/ 166687 h 851265"/>
              <a:gd name="connsiteX158" fmla="*/ 8324583 w 12191998"/>
              <a:gd name="connsiteY158" fmla="*/ 155575 h 851265"/>
              <a:gd name="connsiteX159" fmla="*/ 8370621 w 12191998"/>
              <a:gd name="connsiteY159" fmla="*/ 141287 h 851265"/>
              <a:gd name="connsiteX160" fmla="*/ 8411896 w 12191998"/>
              <a:gd name="connsiteY160" fmla="*/ 125412 h 851265"/>
              <a:gd name="connsiteX161" fmla="*/ 8448408 w 12191998"/>
              <a:gd name="connsiteY161" fmla="*/ 106362 h 851265"/>
              <a:gd name="connsiteX162" fmla="*/ 8486508 w 12191998"/>
              <a:gd name="connsiteY162" fmla="*/ 87312 h 851265"/>
              <a:gd name="connsiteX163" fmla="*/ 8524608 w 12191998"/>
              <a:gd name="connsiteY163" fmla="*/ 68262 h 851265"/>
              <a:gd name="connsiteX164" fmla="*/ 8561120 w 12191998"/>
              <a:gd name="connsiteY164" fmla="*/ 52387 h 851265"/>
              <a:gd name="connsiteX165" fmla="*/ 8602396 w 12191998"/>
              <a:gd name="connsiteY165" fmla="*/ 36512 h 851265"/>
              <a:gd name="connsiteX166" fmla="*/ 8648432 w 12191998"/>
              <a:gd name="connsiteY166" fmla="*/ 20637 h 851265"/>
              <a:gd name="connsiteX167" fmla="*/ 8700820 w 12191998"/>
              <a:gd name="connsiteY167" fmla="*/ 9525 h 851265"/>
              <a:gd name="connsiteX168" fmla="*/ 8761146 w 12191998"/>
              <a:gd name="connsiteY168" fmla="*/ 3175 h 851265"/>
              <a:gd name="connsiteX169" fmla="*/ 8827820 w 12191998"/>
              <a:gd name="connsiteY169" fmla="*/ 0 h 851265"/>
              <a:gd name="connsiteX170" fmla="*/ 8897670 w 12191998"/>
              <a:gd name="connsiteY170" fmla="*/ 3175 h 851265"/>
              <a:gd name="connsiteX171" fmla="*/ 8957996 w 12191998"/>
              <a:gd name="connsiteY171" fmla="*/ 9525 h 851265"/>
              <a:gd name="connsiteX172" fmla="*/ 9010382 w 12191998"/>
              <a:gd name="connsiteY172" fmla="*/ 20637 h 851265"/>
              <a:gd name="connsiteX173" fmla="*/ 9056420 w 12191998"/>
              <a:gd name="connsiteY173" fmla="*/ 36512 h 851265"/>
              <a:gd name="connsiteX174" fmla="*/ 9097696 w 12191998"/>
              <a:gd name="connsiteY174" fmla="*/ 52387 h 851265"/>
              <a:gd name="connsiteX175" fmla="*/ 9134208 w 12191998"/>
              <a:gd name="connsiteY175" fmla="*/ 68262 h 851265"/>
              <a:gd name="connsiteX176" fmla="*/ 9172308 w 12191998"/>
              <a:gd name="connsiteY176" fmla="*/ 87312 h 851265"/>
              <a:gd name="connsiteX177" fmla="*/ 9210408 w 12191998"/>
              <a:gd name="connsiteY177" fmla="*/ 106362 h 851265"/>
              <a:gd name="connsiteX178" fmla="*/ 9246920 w 12191998"/>
              <a:gd name="connsiteY178" fmla="*/ 125412 h 851265"/>
              <a:gd name="connsiteX179" fmla="*/ 9288196 w 12191998"/>
              <a:gd name="connsiteY179" fmla="*/ 141287 h 851265"/>
              <a:gd name="connsiteX180" fmla="*/ 9334232 w 12191998"/>
              <a:gd name="connsiteY180" fmla="*/ 155575 h 851265"/>
              <a:gd name="connsiteX181" fmla="*/ 9386620 w 12191998"/>
              <a:gd name="connsiteY181" fmla="*/ 166687 h 851265"/>
              <a:gd name="connsiteX182" fmla="*/ 9446946 w 12191998"/>
              <a:gd name="connsiteY182" fmla="*/ 174625 h 851265"/>
              <a:gd name="connsiteX183" fmla="*/ 9515208 w 12191998"/>
              <a:gd name="connsiteY183" fmla="*/ 176212 h 851265"/>
              <a:gd name="connsiteX184" fmla="*/ 9583470 w 12191998"/>
              <a:gd name="connsiteY184" fmla="*/ 174625 h 851265"/>
              <a:gd name="connsiteX185" fmla="*/ 9643796 w 12191998"/>
              <a:gd name="connsiteY185" fmla="*/ 166687 h 851265"/>
              <a:gd name="connsiteX186" fmla="*/ 9696182 w 12191998"/>
              <a:gd name="connsiteY186" fmla="*/ 155575 h 851265"/>
              <a:gd name="connsiteX187" fmla="*/ 9742220 w 12191998"/>
              <a:gd name="connsiteY187" fmla="*/ 141287 h 851265"/>
              <a:gd name="connsiteX188" fmla="*/ 9783496 w 12191998"/>
              <a:gd name="connsiteY188" fmla="*/ 125412 h 851265"/>
              <a:gd name="connsiteX189" fmla="*/ 9820008 w 12191998"/>
              <a:gd name="connsiteY189" fmla="*/ 106362 h 851265"/>
              <a:gd name="connsiteX190" fmla="*/ 9896208 w 12191998"/>
              <a:gd name="connsiteY190" fmla="*/ 68262 h 851265"/>
              <a:gd name="connsiteX191" fmla="*/ 9932720 w 12191998"/>
              <a:gd name="connsiteY191" fmla="*/ 52387 h 851265"/>
              <a:gd name="connsiteX192" fmla="*/ 9973996 w 12191998"/>
              <a:gd name="connsiteY192" fmla="*/ 36512 h 851265"/>
              <a:gd name="connsiteX193" fmla="*/ 10020032 w 12191998"/>
              <a:gd name="connsiteY193" fmla="*/ 20637 h 851265"/>
              <a:gd name="connsiteX194" fmla="*/ 10072420 w 12191998"/>
              <a:gd name="connsiteY194" fmla="*/ 9525 h 851265"/>
              <a:gd name="connsiteX195" fmla="*/ 10132746 w 12191998"/>
              <a:gd name="connsiteY195" fmla="*/ 3175 h 851265"/>
              <a:gd name="connsiteX196" fmla="*/ 10201008 w 12191998"/>
              <a:gd name="connsiteY196" fmla="*/ 0 h 851265"/>
              <a:gd name="connsiteX197" fmla="*/ 10269270 w 12191998"/>
              <a:gd name="connsiteY197" fmla="*/ 3175 h 851265"/>
              <a:gd name="connsiteX198" fmla="*/ 10329596 w 12191998"/>
              <a:gd name="connsiteY198" fmla="*/ 9525 h 851265"/>
              <a:gd name="connsiteX199" fmla="*/ 10381982 w 12191998"/>
              <a:gd name="connsiteY199" fmla="*/ 20637 h 851265"/>
              <a:gd name="connsiteX200" fmla="*/ 10428020 w 12191998"/>
              <a:gd name="connsiteY200" fmla="*/ 36512 h 851265"/>
              <a:gd name="connsiteX201" fmla="*/ 10469296 w 12191998"/>
              <a:gd name="connsiteY201" fmla="*/ 52387 h 851265"/>
              <a:gd name="connsiteX202" fmla="*/ 10505808 w 12191998"/>
              <a:gd name="connsiteY202" fmla="*/ 68262 h 851265"/>
              <a:gd name="connsiteX203" fmla="*/ 10543908 w 12191998"/>
              <a:gd name="connsiteY203" fmla="*/ 87312 h 851265"/>
              <a:gd name="connsiteX204" fmla="*/ 10582008 w 12191998"/>
              <a:gd name="connsiteY204" fmla="*/ 106362 h 851265"/>
              <a:gd name="connsiteX205" fmla="*/ 10618520 w 12191998"/>
              <a:gd name="connsiteY205" fmla="*/ 125412 h 851265"/>
              <a:gd name="connsiteX206" fmla="*/ 10659796 w 12191998"/>
              <a:gd name="connsiteY206" fmla="*/ 141287 h 851265"/>
              <a:gd name="connsiteX207" fmla="*/ 10705832 w 12191998"/>
              <a:gd name="connsiteY207" fmla="*/ 155575 h 851265"/>
              <a:gd name="connsiteX208" fmla="*/ 10758220 w 12191998"/>
              <a:gd name="connsiteY208" fmla="*/ 166687 h 851265"/>
              <a:gd name="connsiteX209" fmla="*/ 10818546 w 12191998"/>
              <a:gd name="connsiteY209" fmla="*/ 174625 h 851265"/>
              <a:gd name="connsiteX210" fmla="*/ 10886808 w 12191998"/>
              <a:gd name="connsiteY210" fmla="*/ 176212 h 851265"/>
              <a:gd name="connsiteX211" fmla="*/ 10955070 w 12191998"/>
              <a:gd name="connsiteY211" fmla="*/ 174625 h 851265"/>
              <a:gd name="connsiteX212" fmla="*/ 11015396 w 12191998"/>
              <a:gd name="connsiteY212" fmla="*/ 166687 h 851265"/>
              <a:gd name="connsiteX213" fmla="*/ 11067782 w 12191998"/>
              <a:gd name="connsiteY213" fmla="*/ 155575 h 851265"/>
              <a:gd name="connsiteX214" fmla="*/ 11113820 w 12191998"/>
              <a:gd name="connsiteY214" fmla="*/ 141287 h 851265"/>
              <a:gd name="connsiteX215" fmla="*/ 11155096 w 12191998"/>
              <a:gd name="connsiteY215" fmla="*/ 125412 h 851265"/>
              <a:gd name="connsiteX216" fmla="*/ 11191608 w 12191998"/>
              <a:gd name="connsiteY216" fmla="*/ 106362 h 851265"/>
              <a:gd name="connsiteX217" fmla="*/ 11229708 w 12191998"/>
              <a:gd name="connsiteY217" fmla="*/ 87312 h 851265"/>
              <a:gd name="connsiteX218" fmla="*/ 11267808 w 12191998"/>
              <a:gd name="connsiteY218" fmla="*/ 68262 h 851265"/>
              <a:gd name="connsiteX219" fmla="*/ 11304320 w 12191998"/>
              <a:gd name="connsiteY219" fmla="*/ 52387 h 851265"/>
              <a:gd name="connsiteX220" fmla="*/ 11345596 w 12191998"/>
              <a:gd name="connsiteY220" fmla="*/ 36512 h 851265"/>
              <a:gd name="connsiteX221" fmla="*/ 11391632 w 12191998"/>
              <a:gd name="connsiteY221" fmla="*/ 20637 h 851265"/>
              <a:gd name="connsiteX222" fmla="*/ 11444020 w 12191998"/>
              <a:gd name="connsiteY222" fmla="*/ 9525 h 851265"/>
              <a:gd name="connsiteX223" fmla="*/ 11504346 w 12191998"/>
              <a:gd name="connsiteY223" fmla="*/ 3175 h 851265"/>
              <a:gd name="connsiteX224" fmla="*/ 11572608 w 12191998"/>
              <a:gd name="connsiteY224" fmla="*/ 0 h 851265"/>
              <a:gd name="connsiteX225" fmla="*/ 11640870 w 12191998"/>
              <a:gd name="connsiteY225" fmla="*/ 3175 h 851265"/>
              <a:gd name="connsiteX226" fmla="*/ 11701196 w 12191998"/>
              <a:gd name="connsiteY226" fmla="*/ 9525 h 851265"/>
              <a:gd name="connsiteX227" fmla="*/ 11753582 w 12191998"/>
              <a:gd name="connsiteY227" fmla="*/ 20637 h 851265"/>
              <a:gd name="connsiteX228" fmla="*/ 11799620 w 12191998"/>
              <a:gd name="connsiteY228" fmla="*/ 36512 h 851265"/>
              <a:gd name="connsiteX229" fmla="*/ 11840896 w 12191998"/>
              <a:gd name="connsiteY229" fmla="*/ 52387 h 851265"/>
              <a:gd name="connsiteX230" fmla="*/ 11877408 w 12191998"/>
              <a:gd name="connsiteY230" fmla="*/ 68262 h 851265"/>
              <a:gd name="connsiteX231" fmla="*/ 11915508 w 12191998"/>
              <a:gd name="connsiteY231" fmla="*/ 87312 h 851265"/>
              <a:gd name="connsiteX232" fmla="*/ 11953608 w 12191998"/>
              <a:gd name="connsiteY232" fmla="*/ 106362 h 851265"/>
              <a:gd name="connsiteX233" fmla="*/ 11990120 w 12191998"/>
              <a:gd name="connsiteY233" fmla="*/ 125412 h 851265"/>
              <a:gd name="connsiteX234" fmla="*/ 12031396 w 12191998"/>
              <a:gd name="connsiteY234" fmla="*/ 141287 h 851265"/>
              <a:gd name="connsiteX235" fmla="*/ 12077432 w 12191998"/>
              <a:gd name="connsiteY235" fmla="*/ 155575 h 851265"/>
              <a:gd name="connsiteX236" fmla="*/ 12129820 w 12191998"/>
              <a:gd name="connsiteY236" fmla="*/ 166688 h 851265"/>
              <a:gd name="connsiteX237" fmla="*/ 12190146 w 12191998"/>
              <a:gd name="connsiteY237" fmla="*/ 174625 h 851265"/>
              <a:gd name="connsiteX238" fmla="*/ 12191998 w 12191998"/>
              <a:gd name="connsiteY238" fmla="*/ 174668 h 851265"/>
              <a:gd name="connsiteX239" fmla="*/ 12191998 w 12191998"/>
              <a:gd name="connsiteY239" fmla="*/ 851265 h 851265"/>
              <a:gd name="connsiteX240" fmla="*/ 0 w 12191998"/>
              <a:gd name="connsiteY240" fmla="*/ 851265 h 851265"/>
              <a:gd name="connsiteX241" fmla="*/ 0 w 12191998"/>
              <a:gd name="connsiteY241" fmla="*/ 174668 h 851265"/>
              <a:gd name="connsiteX242" fmla="*/ 1852 w 12191998"/>
              <a:gd name="connsiteY242" fmla="*/ 174625 h 851265"/>
              <a:gd name="connsiteX243" fmla="*/ 62177 w 12191998"/>
              <a:gd name="connsiteY243" fmla="*/ 166687 h 851265"/>
              <a:gd name="connsiteX244" fmla="*/ 114564 w 12191998"/>
              <a:gd name="connsiteY244" fmla="*/ 155575 h 851265"/>
              <a:gd name="connsiteX245" fmla="*/ 160602 w 12191998"/>
              <a:gd name="connsiteY245" fmla="*/ 141287 h 851265"/>
              <a:gd name="connsiteX246" fmla="*/ 201877 w 12191998"/>
              <a:gd name="connsiteY246" fmla="*/ 125412 h 851265"/>
              <a:gd name="connsiteX247" fmla="*/ 238389 w 12191998"/>
              <a:gd name="connsiteY247" fmla="*/ 106362 h 851265"/>
              <a:gd name="connsiteX248" fmla="*/ 276489 w 12191998"/>
              <a:gd name="connsiteY248" fmla="*/ 87312 h 851265"/>
              <a:gd name="connsiteX249" fmla="*/ 314589 w 12191998"/>
              <a:gd name="connsiteY249" fmla="*/ 68262 h 851265"/>
              <a:gd name="connsiteX250" fmla="*/ 351102 w 12191998"/>
              <a:gd name="connsiteY250" fmla="*/ 52387 h 851265"/>
              <a:gd name="connsiteX251" fmla="*/ 392377 w 12191998"/>
              <a:gd name="connsiteY251" fmla="*/ 36512 h 851265"/>
              <a:gd name="connsiteX252" fmla="*/ 438414 w 12191998"/>
              <a:gd name="connsiteY252" fmla="*/ 20637 h 851265"/>
              <a:gd name="connsiteX253" fmla="*/ 490802 w 12191998"/>
              <a:gd name="connsiteY253" fmla="*/ 9525 h 851265"/>
              <a:gd name="connsiteX254" fmla="*/ 551127 w 12191998"/>
              <a:gd name="connsiteY254" fmla="*/ 3175 h 851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1998" h="851265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6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2" y="36512"/>
                </a:lnTo>
                <a:lnTo>
                  <a:pt x="5002478" y="52387"/>
                </a:lnTo>
                <a:lnTo>
                  <a:pt x="5038989" y="68262"/>
                </a:lnTo>
                <a:lnTo>
                  <a:pt x="5077091" y="87312"/>
                </a:lnTo>
                <a:lnTo>
                  <a:pt x="5115189" y="106362"/>
                </a:lnTo>
                <a:lnTo>
                  <a:pt x="5151702" y="125412"/>
                </a:lnTo>
                <a:lnTo>
                  <a:pt x="5192978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10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8" y="3175"/>
                </a:lnTo>
                <a:lnTo>
                  <a:pt x="6086210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8" y="174668"/>
                </a:lnTo>
                <a:lnTo>
                  <a:pt x="12191998" y="851265"/>
                </a:lnTo>
                <a:lnTo>
                  <a:pt x="0" y="851265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739AF26-A897-1C0B-58B7-A48B8A3E6C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999" y="1481607"/>
            <a:ext cx="1066800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Interrupts: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These act like an "alarm" that tells the CPU to stop everything and record a vote immediately when a button is pressed.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USART: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This is the communication link used to send the voting results from the Arduino to a computer or serial monitor.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SPI: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 high-speed connection used to save voter data and results quickly.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9551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0064-BD16-9641-6328-FEBFF4D3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7A86B-C174-695F-F1DC-408BB966B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5198CB5-6DC5-A918-8FCB-7F1DB54E0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20A446-47E9-F277-A0FF-6E52D31B5C7E}"/>
              </a:ext>
            </a:extLst>
          </p:cNvPr>
          <p:cNvSpPr txBox="1">
            <a:spLocks/>
          </p:cNvSpPr>
          <p:nvPr/>
        </p:nvSpPr>
        <p:spPr>
          <a:xfrm>
            <a:off x="761996" y="533400"/>
            <a:ext cx="10668004" cy="9622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BD">
                <a:solidFill>
                  <a:schemeClr val="tx2"/>
                </a:solidFill>
              </a:rPr>
              <a:t>Theory</a:t>
            </a:r>
            <a:endParaRPr lang="en-BD" dirty="0">
              <a:solidFill>
                <a:schemeClr val="tx2"/>
              </a:solidFill>
            </a:endParaRPr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10820243-27A7-FC65-5F83-587B29ED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006736"/>
            <a:ext cx="12191998" cy="851265"/>
          </a:xfrm>
          <a:custGeom>
            <a:avLst/>
            <a:gdLst>
              <a:gd name="connsiteX0" fmla="*/ 619389 w 12191998"/>
              <a:gd name="connsiteY0" fmla="*/ 0 h 851265"/>
              <a:gd name="connsiteX1" fmla="*/ 687652 w 12191998"/>
              <a:gd name="connsiteY1" fmla="*/ 3175 h 851265"/>
              <a:gd name="connsiteX2" fmla="*/ 747977 w 12191998"/>
              <a:gd name="connsiteY2" fmla="*/ 9525 h 851265"/>
              <a:gd name="connsiteX3" fmla="*/ 800364 w 12191998"/>
              <a:gd name="connsiteY3" fmla="*/ 20637 h 851265"/>
              <a:gd name="connsiteX4" fmla="*/ 846402 w 12191998"/>
              <a:gd name="connsiteY4" fmla="*/ 36512 h 851265"/>
              <a:gd name="connsiteX5" fmla="*/ 887677 w 12191998"/>
              <a:gd name="connsiteY5" fmla="*/ 52387 h 851265"/>
              <a:gd name="connsiteX6" fmla="*/ 924189 w 12191998"/>
              <a:gd name="connsiteY6" fmla="*/ 68262 h 851265"/>
              <a:gd name="connsiteX7" fmla="*/ 962289 w 12191998"/>
              <a:gd name="connsiteY7" fmla="*/ 87312 h 851265"/>
              <a:gd name="connsiteX8" fmla="*/ 1000389 w 12191998"/>
              <a:gd name="connsiteY8" fmla="*/ 106362 h 851265"/>
              <a:gd name="connsiteX9" fmla="*/ 1036902 w 12191998"/>
              <a:gd name="connsiteY9" fmla="*/ 125412 h 851265"/>
              <a:gd name="connsiteX10" fmla="*/ 1078177 w 12191998"/>
              <a:gd name="connsiteY10" fmla="*/ 141287 h 851265"/>
              <a:gd name="connsiteX11" fmla="*/ 1124214 w 12191998"/>
              <a:gd name="connsiteY11" fmla="*/ 155575 h 851265"/>
              <a:gd name="connsiteX12" fmla="*/ 1176602 w 12191998"/>
              <a:gd name="connsiteY12" fmla="*/ 166687 h 851265"/>
              <a:gd name="connsiteX13" fmla="*/ 1236927 w 12191998"/>
              <a:gd name="connsiteY13" fmla="*/ 174625 h 851265"/>
              <a:gd name="connsiteX14" fmla="*/ 1305189 w 12191998"/>
              <a:gd name="connsiteY14" fmla="*/ 176212 h 851265"/>
              <a:gd name="connsiteX15" fmla="*/ 1373452 w 12191998"/>
              <a:gd name="connsiteY15" fmla="*/ 174625 h 851265"/>
              <a:gd name="connsiteX16" fmla="*/ 1433777 w 12191998"/>
              <a:gd name="connsiteY16" fmla="*/ 166687 h 851265"/>
              <a:gd name="connsiteX17" fmla="*/ 1486164 w 12191998"/>
              <a:gd name="connsiteY17" fmla="*/ 155575 h 851265"/>
              <a:gd name="connsiteX18" fmla="*/ 1532202 w 12191998"/>
              <a:gd name="connsiteY18" fmla="*/ 141287 h 851265"/>
              <a:gd name="connsiteX19" fmla="*/ 1573477 w 12191998"/>
              <a:gd name="connsiteY19" fmla="*/ 125412 h 851265"/>
              <a:gd name="connsiteX20" fmla="*/ 1609989 w 12191998"/>
              <a:gd name="connsiteY20" fmla="*/ 106362 h 851265"/>
              <a:gd name="connsiteX21" fmla="*/ 1648089 w 12191998"/>
              <a:gd name="connsiteY21" fmla="*/ 87312 h 851265"/>
              <a:gd name="connsiteX22" fmla="*/ 1686189 w 12191998"/>
              <a:gd name="connsiteY22" fmla="*/ 68262 h 851265"/>
              <a:gd name="connsiteX23" fmla="*/ 1722702 w 12191998"/>
              <a:gd name="connsiteY23" fmla="*/ 52387 h 851265"/>
              <a:gd name="connsiteX24" fmla="*/ 1763977 w 12191998"/>
              <a:gd name="connsiteY24" fmla="*/ 36512 h 851265"/>
              <a:gd name="connsiteX25" fmla="*/ 1810014 w 12191998"/>
              <a:gd name="connsiteY25" fmla="*/ 20637 h 851265"/>
              <a:gd name="connsiteX26" fmla="*/ 1862402 w 12191998"/>
              <a:gd name="connsiteY26" fmla="*/ 9525 h 851265"/>
              <a:gd name="connsiteX27" fmla="*/ 1922727 w 12191998"/>
              <a:gd name="connsiteY27" fmla="*/ 3175 h 851265"/>
              <a:gd name="connsiteX28" fmla="*/ 1990989 w 12191998"/>
              <a:gd name="connsiteY28" fmla="*/ 0 h 851265"/>
              <a:gd name="connsiteX29" fmla="*/ 2059252 w 12191998"/>
              <a:gd name="connsiteY29" fmla="*/ 3175 h 851265"/>
              <a:gd name="connsiteX30" fmla="*/ 2119577 w 12191998"/>
              <a:gd name="connsiteY30" fmla="*/ 9525 h 851265"/>
              <a:gd name="connsiteX31" fmla="*/ 2171964 w 12191998"/>
              <a:gd name="connsiteY31" fmla="*/ 20637 h 851265"/>
              <a:gd name="connsiteX32" fmla="*/ 2218002 w 12191998"/>
              <a:gd name="connsiteY32" fmla="*/ 36512 h 851265"/>
              <a:gd name="connsiteX33" fmla="*/ 2259277 w 12191998"/>
              <a:gd name="connsiteY33" fmla="*/ 52387 h 851265"/>
              <a:gd name="connsiteX34" fmla="*/ 2295789 w 12191998"/>
              <a:gd name="connsiteY34" fmla="*/ 68262 h 851265"/>
              <a:gd name="connsiteX35" fmla="*/ 2333889 w 12191998"/>
              <a:gd name="connsiteY35" fmla="*/ 87312 h 851265"/>
              <a:gd name="connsiteX36" fmla="*/ 2371989 w 12191998"/>
              <a:gd name="connsiteY36" fmla="*/ 106362 h 851265"/>
              <a:gd name="connsiteX37" fmla="*/ 2408502 w 12191998"/>
              <a:gd name="connsiteY37" fmla="*/ 125412 h 851265"/>
              <a:gd name="connsiteX38" fmla="*/ 2449777 w 12191998"/>
              <a:gd name="connsiteY38" fmla="*/ 141287 h 851265"/>
              <a:gd name="connsiteX39" fmla="*/ 2495814 w 12191998"/>
              <a:gd name="connsiteY39" fmla="*/ 155575 h 851265"/>
              <a:gd name="connsiteX40" fmla="*/ 2548202 w 12191998"/>
              <a:gd name="connsiteY40" fmla="*/ 166687 h 851265"/>
              <a:gd name="connsiteX41" fmla="*/ 2608527 w 12191998"/>
              <a:gd name="connsiteY41" fmla="*/ 174625 h 851265"/>
              <a:gd name="connsiteX42" fmla="*/ 2676789 w 12191998"/>
              <a:gd name="connsiteY42" fmla="*/ 176212 h 851265"/>
              <a:gd name="connsiteX43" fmla="*/ 2745052 w 12191998"/>
              <a:gd name="connsiteY43" fmla="*/ 174625 h 851265"/>
              <a:gd name="connsiteX44" fmla="*/ 2805377 w 12191998"/>
              <a:gd name="connsiteY44" fmla="*/ 166687 h 851265"/>
              <a:gd name="connsiteX45" fmla="*/ 2857764 w 12191998"/>
              <a:gd name="connsiteY45" fmla="*/ 155575 h 851265"/>
              <a:gd name="connsiteX46" fmla="*/ 2903802 w 12191998"/>
              <a:gd name="connsiteY46" fmla="*/ 141287 h 851265"/>
              <a:gd name="connsiteX47" fmla="*/ 2945077 w 12191998"/>
              <a:gd name="connsiteY47" fmla="*/ 125412 h 851265"/>
              <a:gd name="connsiteX48" fmla="*/ 2981589 w 12191998"/>
              <a:gd name="connsiteY48" fmla="*/ 106362 h 851265"/>
              <a:gd name="connsiteX49" fmla="*/ 3019689 w 12191998"/>
              <a:gd name="connsiteY49" fmla="*/ 87312 h 851265"/>
              <a:gd name="connsiteX50" fmla="*/ 3057789 w 12191998"/>
              <a:gd name="connsiteY50" fmla="*/ 68262 h 851265"/>
              <a:gd name="connsiteX51" fmla="*/ 3094302 w 12191998"/>
              <a:gd name="connsiteY51" fmla="*/ 52387 h 851265"/>
              <a:gd name="connsiteX52" fmla="*/ 3135577 w 12191998"/>
              <a:gd name="connsiteY52" fmla="*/ 36512 h 851265"/>
              <a:gd name="connsiteX53" fmla="*/ 3181614 w 12191998"/>
              <a:gd name="connsiteY53" fmla="*/ 20637 h 851265"/>
              <a:gd name="connsiteX54" fmla="*/ 3234002 w 12191998"/>
              <a:gd name="connsiteY54" fmla="*/ 9525 h 851265"/>
              <a:gd name="connsiteX55" fmla="*/ 3294327 w 12191998"/>
              <a:gd name="connsiteY55" fmla="*/ 3175 h 851265"/>
              <a:gd name="connsiteX56" fmla="*/ 3361002 w 12191998"/>
              <a:gd name="connsiteY56" fmla="*/ 0 h 851265"/>
              <a:gd name="connsiteX57" fmla="*/ 3430852 w 12191998"/>
              <a:gd name="connsiteY57" fmla="*/ 3175 h 851265"/>
              <a:gd name="connsiteX58" fmla="*/ 3491177 w 12191998"/>
              <a:gd name="connsiteY58" fmla="*/ 9525 h 851265"/>
              <a:gd name="connsiteX59" fmla="*/ 3543564 w 12191998"/>
              <a:gd name="connsiteY59" fmla="*/ 20637 h 851265"/>
              <a:gd name="connsiteX60" fmla="*/ 3589602 w 12191998"/>
              <a:gd name="connsiteY60" fmla="*/ 36512 h 851265"/>
              <a:gd name="connsiteX61" fmla="*/ 3630877 w 12191998"/>
              <a:gd name="connsiteY61" fmla="*/ 52387 h 851265"/>
              <a:gd name="connsiteX62" fmla="*/ 3667389 w 12191998"/>
              <a:gd name="connsiteY62" fmla="*/ 68262 h 851265"/>
              <a:gd name="connsiteX63" fmla="*/ 3705489 w 12191998"/>
              <a:gd name="connsiteY63" fmla="*/ 87312 h 851265"/>
              <a:gd name="connsiteX64" fmla="*/ 3743589 w 12191998"/>
              <a:gd name="connsiteY64" fmla="*/ 106362 h 851265"/>
              <a:gd name="connsiteX65" fmla="*/ 3780102 w 12191998"/>
              <a:gd name="connsiteY65" fmla="*/ 125412 h 851265"/>
              <a:gd name="connsiteX66" fmla="*/ 3821377 w 12191998"/>
              <a:gd name="connsiteY66" fmla="*/ 141287 h 851265"/>
              <a:gd name="connsiteX67" fmla="*/ 3867414 w 12191998"/>
              <a:gd name="connsiteY67" fmla="*/ 155575 h 851265"/>
              <a:gd name="connsiteX68" fmla="*/ 3919802 w 12191998"/>
              <a:gd name="connsiteY68" fmla="*/ 166687 h 851265"/>
              <a:gd name="connsiteX69" fmla="*/ 3980127 w 12191998"/>
              <a:gd name="connsiteY69" fmla="*/ 174625 h 851265"/>
              <a:gd name="connsiteX70" fmla="*/ 4048389 w 12191998"/>
              <a:gd name="connsiteY70" fmla="*/ 176212 h 851265"/>
              <a:gd name="connsiteX71" fmla="*/ 4116652 w 12191998"/>
              <a:gd name="connsiteY71" fmla="*/ 174625 h 851265"/>
              <a:gd name="connsiteX72" fmla="*/ 4176977 w 12191998"/>
              <a:gd name="connsiteY72" fmla="*/ 166687 h 851265"/>
              <a:gd name="connsiteX73" fmla="*/ 4229364 w 12191998"/>
              <a:gd name="connsiteY73" fmla="*/ 155575 h 851265"/>
              <a:gd name="connsiteX74" fmla="*/ 4275402 w 12191998"/>
              <a:gd name="connsiteY74" fmla="*/ 141287 h 851265"/>
              <a:gd name="connsiteX75" fmla="*/ 4316677 w 12191998"/>
              <a:gd name="connsiteY75" fmla="*/ 125412 h 851265"/>
              <a:gd name="connsiteX76" fmla="*/ 4353189 w 12191998"/>
              <a:gd name="connsiteY76" fmla="*/ 106362 h 851265"/>
              <a:gd name="connsiteX77" fmla="*/ 4429389 w 12191998"/>
              <a:gd name="connsiteY77" fmla="*/ 68262 h 851265"/>
              <a:gd name="connsiteX78" fmla="*/ 4465902 w 12191998"/>
              <a:gd name="connsiteY78" fmla="*/ 52387 h 851265"/>
              <a:gd name="connsiteX79" fmla="*/ 4507177 w 12191998"/>
              <a:gd name="connsiteY79" fmla="*/ 36512 h 851265"/>
              <a:gd name="connsiteX80" fmla="*/ 4553216 w 12191998"/>
              <a:gd name="connsiteY80" fmla="*/ 20637 h 851265"/>
              <a:gd name="connsiteX81" fmla="*/ 4605602 w 12191998"/>
              <a:gd name="connsiteY81" fmla="*/ 9525 h 851265"/>
              <a:gd name="connsiteX82" fmla="*/ 4665928 w 12191998"/>
              <a:gd name="connsiteY82" fmla="*/ 3175 h 851265"/>
              <a:gd name="connsiteX83" fmla="*/ 4734189 w 12191998"/>
              <a:gd name="connsiteY83" fmla="*/ 0 h 851265"/>
              <a:gd name="connsiteX84" fmla="*/ 4802453 w 12191998"/>
              <a:gd name="connsiteY84" fmla="*/ 3175 h 851265"/>
              <a:gd name="connsiteX85" fmla="*/ 4862777 w 12191998"/>
              <a:gd name="connsiteY85" fmla="*/ 9525 h 851265"/>
              <a:gd name="connsiteX86" fmla="*/ 4915165 w 12191998"/>
              <a:gd name="connsiteY86" fmla="*/ 20637 h 851265"/>
              <a:gd name="connsiteX87" fmla="*/ 4961202 w 12191998"/>
              <a:gd name="connsiteY87" fmla="*/ 36512 h 851265"/>
              <a:gd name="connsiteX88" fmla="*/ 5002478 w 12191998"/>
              <a:gd name="connsiteY88" fmla="*/ 52387 h 851265"/>
              <a:gd name="connsiteX89" fmla="*/ 5038989 w 12191998"/>
              <a:gd name="connsiteY89" fmla="*/ 68262 h 851265"/>
              <a:gd name="connsiteX90" fmla="*/ 5077091 w 12191998"/>
              <a:gd name="connsiteY90" fmla="*/ 87312 h 851265"/>
              <a:gd name="connsiteX91" fmla="*/ 5115189 w 12191998"/>
              <a:gd name="connsiteY91" fmla="*/ 106362 h 851265"/>
              <a:gd name="connsiteX92" fmla="*/ 5151702 w 12191998"/>
              <a:gd name="connsiteY92" fmla="*/ 125412 h 851265"/>
              <a:gd name="connsiteX93" fmla="*/ 5192978 w 12191998"/>
              <a:gd name="connsiteY93" fmla="*/ 141287 h 851265"/>
              <a:gd name="connsiteX94" fmla="*/ 5239014 w 12191998"/>
              <a:gd name="connsiteY94" fmla="*/ 155575 h 851265"/>
              <a:gd name="connsiteX95" fmla="*/ 5291401 w 12191998"/>
              <a:gd name="connsiteY95" fmla="*/ 166687 h 851265"/>
              <a:gd name="connsiteX96" fmla="*/ 5351727 w 12191998"/>
              <a:gd name="connsiteY96" fmla="*/ 174625 h 851265"/>
              <a:gd name="connsiteX97" fmla="*/ 5410199 w 12191998"/>
              <a:gd name="connsiteY97" fmla="*/ 175985 h 851265"/>
              <a:gd name="connsiteX98" fmla="*/ 5468671 w 12191998"/>
              <a:gd name="connsiteY98" fmla="*/ 174625 h 851265"/>
              <a:gd name="connsiteX99" fmla="*/ 5528996 w 12191998"/>
              <a:gd name="connsiteY99" fmla="*/ 166687 h 851265"/>
              <a:gd name="connsiteX100" fmla="*/ 5581383 w 12191998"/>
              <a:gd name="connsiteY100" fmla="*/ 155575 h 851265"/>
              <a:gd name="connsiteX101" fmla="*/ 5627421 w 12191998"/>
              <a:gd name="connsiteY101" fmla="*/ 141287 h 851265"/>
              <a:gd name="connsiteX102" fmla="*/ 5668696 w 12191998"/>
              <a:gd name="connsiteY102" fmla="*/ 125412 h 851265"/>
              <a:gd name="connsiteX103" fmla="*/ 5705210 w 12191998"/>
              <a:gd name="connsiteY103" fmla="*/ 106362 h 851265"/>
              <a:gd name="connsiteX104" fmla="*/ 5743308 w 12191998"/>
              <a:gd name="connsiteY104" fmla="*/ 87312 h 851265"/>
              <a:gd name="connsiteX105" fmla="*/ 5781408 w 12191998"/>
              <a:gd name="connsiteY105" fmla="*/ 68262 h 851265"/>
              <a:gd name="connsiteX106" fmla="*/ 5817921 w 12191998"/>
              <a:gd name="connsiteY106" fmla="*/ 52387 h 851265"/>
              <a:gd name="connsiteX107" fmla="*/ 5859196 w 12191998"/>
              <a:gd name="connsiteY107" fmla="*/ 36512 h 851265"/>
              <a:gd name="connsiteX108" fmla="*/ 5905234 w 12191998"/>
              <a:gd name="connsiteY108" fmla="*/ 20637 h 851265"/>
              <a:gd name="connsiteX109" fmla="*/ 5957621 w 12191998"/>
              <a:gd name="connsiteY109" fmla="*/ 9525 h 851265"/>
              <a:gd name="connsiteX110" fmla="*/ 6017948 w 12191998"/>
              <a:gd name="connsiteY110" fmla="*/ 3175 h 851265"/>
              <a:gd name="connsiteX111" fmla="*/ 6086210 w 12191998"/>
              <a:gd name="connsiteY111" fmla="*/ 0 h 851265"/>
              <a:gd name="connsiteX112" fmla="*/ 6095999 w 12191998"/>
              <a:gd name="connsiteY112" fmla="*/ 455 h 851265"/>
              <a:gd name="connsiteX113" fmla="*/ 6105789 w 12191998"/>
              <a:gd name="connsiteY113" fmla="*/ 0 h 851265"/>
              <a:gd name="connsiteX114" fmla="*/ 6174052 w 12191998"/>
              <a:gd name="connsiteY114" fmla="*/ 3175 h 851265"/>
              <a:gd name="connsiteX115" fmla="*/ 6234377 w 12191998"/>
              <a:gd name="connsiteY115" fmla="*/ 9525 h 851265"/>
              <a:gd name="connsiteX116" fmla="*/ 6286764 w 12191998"/>
              <a:gd name="connsiteY116" fmla="*/ 20637 h 851265"/>
              <a:gd name="connsiteX117" fmla="*/ 6332802 w 12191998"/>
              <a:gd name="connsiteY117" fmla="*/ 36512 h 851265"/>
              <a:gd name="connsiteX118" fmla="*/ 6374077 w 12191998"/>
              <a:gd name="connsiteY118" fmla="*/ 52387 h 851265"/>
              <a:gd name="connsiteX119" fmla="*/ 6410589 w 12191998"/>
              <a:gd name="connsiteY119" fmla="*/ 68262 h 851265"/>
              <a:gd name="connsiteX120" fmla="*/ 6448689 w 12191998"/>
              <a:gd name="connsiteY120" fmla="*/ 87312 h 851265"/>
              <a:gd name="connsiteX121" fmla="*/ 6486789 w 12191998"/>
              <a:gd name="connsiteY121" fmla="*/ 106362 h 851265"/>
              <a:gd name="connsiteX122" fmla="*/ 6523302 w 12191998"/>
              <a:gd name="connsiteY122" fmla="*/ 125412 h 851265"/>
              <a:gd name="connsiteX123" fmla="*/ 6564577 w 12191998"/>
              <a:gd name="connsiteY123" fmla="*/ 141287 h 851265"/>
              <a:gd name="connsiteX124" fmla="*/ 6610614 w 12191998"/>
              <a:gd name="connsiteY124" fmla="*/ 155575 h 851265"/>
              <a:gd name="connsiteX125" fmla="*/ 6663002 w 12191998"/>
              <a:gd name="connsiteY125" fmla="*/ 166687 h 851265"/>
              <a:gd name="connsiteX126" fmla="*/ 6723327 w 12191998"/>
              <a:gd name="connsiteY126" fmla="*/ 174625 h 851265"/>
              <a:gd name="connsiteX127" fmla="*/ 6781799 w 12191998"/>
              <a:gd name="connsiteY127" fmla="*/ 175985 h 851265"/>
              <a:gd name="connsiteX128" fmla="*/ 6840271 w 12191998"/>
              <a:gd name="connsiteY128" fmla="*/ 174625 h 851265"/>
              <a:gd name="connsiteX129" fmla="*/ 6900596 w 12191998"/>
              <a:gd name="connsiteY129" fmla="*/ 166687 h 851265"/>
              <a:gd name="connsiteX130" fmla="*/ 6952983 w 12191998"/>
              <a:gd name="connsiteY130" fmla="*/ 155575 h 851265"/>
              <a:gd name="connsiteX131" fmla="*/ 6999021 w 12191998"/>
              <a:gd name="connsiteY131" fmla="*/ 141287 h 851265"/>
              <a:gd name="connsiteX132" fmla="*/ 7040296 w 12191998"/>
              <a:gd name="connsiteY132" fmla="*/ 125412 h 851265"/>
              <a:gd name="connsiteX133" fmla="*/ 7076808 w 12191998"/>
              <a:gd name="connsiteY133" fmla="*/ 106362 h 851265"/>
              <a:gd name="connsiteX134" fmla="*/ 7114908 w 12191998"/>
              <a:gd name="connsiteY134" fmla="*/ 87312 h 851265"/>
              <a:gd name="connsiteX135" fmla="*/ 7153008 w 12191998"/>
              <a:gd name="connsiteY135" fmla="*/ 68262 h 851265"/>
              <a:gd name="connsiteX136" fmla="*/ 7189521 w 12191998"/>
              <a:gd name="connsiteY136" fmla="*/ 52387 h 851265"/>
              <a:gd name="connsiteX137" fmla="*/ 7230796 w 12191998"/>
              <a:gd name="connsiteY137" fmla="*/ 36512 h 851265"/>
              <a:gd name="connsiteX138" fmla="*/ 7276833 w 12191998"/>
              <a:gd name="connsiteY138" fmla="*/ 20637 h 851265"/>
              <a:gd name="connsiteX139" fmla="*/ 7329221 w 12191998"/>
              <a:gd name="connsiteY139" fmla="*/ 9525 h 851265"/>
              <a:gd name="connsiteX140" fmla="*/ 7389546 w 12191998"/>
              <a:gd name="connsiteY140" fmla="*/ 3175 h 851265"/>
              <a:gd name="connsiteX141" fmla="*/ 7457808 w 12191998"/>
              <a:gd name="connsiteY141" fmla="*/ 0 h 851265"/>
              <a:gd name="connsiteX142" fmla="*/ 7526071 w 12191998"/>
              <a:gd name="connsiteY142" fmla="*/ 3175 h 851265"/>
              <a:gd name="connsiteX143" fmla="*/ 7586396 w 12191998"/>
              <a:gd name="connsiteY143" fmla="*/ 9525 h 851265"/>
              <a:gd name="connsiteX144" fmla="*/ 7638783 w 12191998"/>
              <a:gd name="connsiteY144" fmla="*/ 20637 h 851265"/>
              <a:gd name="connsiteX145" fmla="*/ 7684821 w 12191998"/>
              <a:gd name="connsiteY145" fmla="*/ 36512 h 851265"/>
              <a:gd name="connsiteX146" fmla="*/ 7726096 w 12191998"/>
              <a:gd name="connsiteY146" fmla="*/ 52387 h 851265"/>
              <a:gd name="connsiteX147" fmla="*/ 7762608 w 12191998"/>
              <a:gd name="connsiteY147" fmla="*/ 68262 h 851265"/>
              <a:gd name="connsiteX148" fmla="*/ 7800708 w 12191998"/>
              <a:gd name="connsiteY148" fmla="*/ 87312 h 851265"/>
              <a:gd name="connsiteX149" fmla="*/ 7838808 w 12191998"/>
              <a:gd name="connsiteY149" fmla="*/ 106362 h 851265"/>
              <a:gd name="connsiteX150" fmla="*/ 7875321 w 12191998"/>
              <a:gd name="connsiteY150" fmla="*/ 125412 h 851265"/>
              <a:gd name="connsiteX151" fmla="*/ 7916596 w 12191998"/>
              <a:gd name="connsiteY151" fmla="*/ 141287 h 851265"/>
              <a:gd name="connsiteX152" fmla="*/ 7962633 w 12191998"/>
              <a:gd name="connsiteY152" fmla="*/ 155575 h 851265"/>
              <a:gd name="connsiteX153" fmla="*/ 8015021 w 12191998"/>
              <a:gd name="connsiteY153" fmla="*/ 166687 h 851265"/>
              <a:gd name="connsiteX154" fmla="*/ 8075346 w 12191998"/>
              <a:gd name="connsiteY154" fmla="*/ 174625 h 851265"/>
              <a:gd name="connsiteX155" fmla="*/ 8143608 w 12191998"/>
              <a:gd name="connsiteY155" fmla="*/ 176212 h 851265"/>
              <a:gd name="connsiteX156" fmla="*/ 8211871 w 12191998"/>
              <a:gd name="connsiteY156" fmla="*/ 174625 h 851265"/>
              <a:gd name="connsiteX157" fmla="*/ 8272196 w 12191998"/>
              <a:gd name="connsiteY157" fmla="*/ 166687 h 851265"/>
              <a:gd name="connsiteX158" fmla="*/ 8324583 w 12191998"/>
              <a:gd name="connsiteY158" fmla="*/ 155575 h 851265"/>
              <a:gd name="connsiteX159" fmla="*/ 8370621 w 12191998"/>
              <a:gd name="connsiteY159" fmla="*/ 141287 h 851265"/>
              <a:gd name="connsiteX160" fmla="*/ 8411896 w 12191998"/>
              <a:gd name="connsiteY160" fmla="*/ 125412 h 851265"/>
              <a:gd name="connsiteX161" fmla="*/ 8448408 w 12191998"/>
              <a:gd name="connsiteY161" fmla="*/ 106362 h 851265"/>
              <a:gd name="connsiteX162" fmla="*/ 8486508 w 12191998"/>
              <a:gd name="connsiteY162" fmla="*/ 87312 h 851265"/>
              <a:gd name="connsiteX163" fmla="*/ 8524608 w 12191998"/>
              <a:gd name="connsiteY163" fmla="*/ 68262 h 851265"/>
              <a:gd name="connsiteX164" fmla="*/ 8561120 w 12191998"/>
              <a:gd name="connsiteY164" fmla="*/ 52387 h 851265"/>
              <a:gd name="connsiteX165" fmla="*/ 8602396 w 12191998"/>
              <a:gd name="connsiteY165" fmla="*/ 36512 h 851265"/>
              <a:gd name="connsiteX166" fmla="*/ 8648432 w 12191998"/>
              <a:gd name="connsiteY166" fmla="*/ 20637 h 851265"/>
              <a:gd name="connsiteX167" fmla="*/ 8700820 w 12191998"/>
              <a:gd name="connsiteY167" fmla="*/ 9525 h 851265"/>
              <a:gd name="connsiteX168" fmla="*/ 8761146 w 12191998"/>
              <a:gd name="connsiteY168" fmla="*/ 3175 h 851265"/>
              <a:gd name="connsiteX169" fmla="*/ 8827820 w 12191998"/>
              <a:gd name="connsiteY169" fmla="*/ 0 h 851265"/>
              <a:gd name="connsiteX170" fmla="*/ 8897670 w 12191998"/>
              <a:gd name="connsiteY170" fmla="*/ 3175 h 851265"/>
              <a:gd name="connsiteX171" fmla="*/ 8957996 w 12191998"/>
              <a:gd name="connsiteY171" fmla="*/ 9525 h 851265"/>
              <a:gd name="connsiteX172" fmla="*/ 9010382 w 12191998"/>
              <a:gd name="connsiteY172" fmla="*/ 20637 h 851265"/>
              <a:gd name="connsiteX173" fmla="*/ 9056420 w 12191998"/>
              <a:gd name="connsiteY173" fmla="*/ 36512 h 851265"/>
              <a:gd name="connsiteX174" fmla="*/ 9097696 w 12191998"/>
              <a:gd name="connsiteY174" fmla="*/ 52387 h 851265"/>
              <a:gd name="connsiteX175" fmla="*/ 9134208 w 12191998"/>
              <a:gd name="connsiteY175" fmla="*/ 68262 h 851265"/>
              <a:gd name="connsiteX176" fmla="*/ 9172308 w 12191998"/>
              <a:gd name="connsiteY176" fmla="*/ 87312 h 851265"/>
              <a:gd name="connsiteX177" fmla="*/ 9210408 w 12191998"/>
              <a:gd name="connsiteY177" fmla="*/ 106362 h 851265"/>
              <a:gd name="connsiteX178" fmla="*/ 9246920 w 12191998"/>
              <a:gd name="connsiteY178" fmla="*/ 125412 h 851265"/>
              <a:gd name="connsiteX179" fmla="*/ 9288196 w 12191998"/>
              <a:gd name="connsiteY179" fmla="*/ 141287 h 851265"/>
              <a:gd name="connsiteX180" fmla="*/ 9334232 w 12191998"/>
              <a:gd name="connsiteY180" fmla="*/ 155575 h 851265"/>
              <a:gd name="connsiteX181" fmla="*/ 9386620 w 12191998"/>
              <a:gd name="connsiteY181" fmla="*/ 166687 h 851265"/>
              <a:gd name="connsiteX182" fmla="*/ 9446946 w 12191998"/>
              <a:gd name="connsiteY182" fmla="*/ 174625 h 851265"/>
              <a:gd name="connsiteX183" fmla="*/ 9515208 w 12191998"/>
              <a:gd name="connsiteY183" fmla="*/ 176212 h 851265"/>
              <a:gd name="connsiteX184" fmla="*/ 9583470 w 12191998"/>
              <a:gd name="connsiteY184" fmla="*/ 174625 h 851265"/>
              <a:gd name="connsiteX185" fmla="*/ 9643796 w 12191998"/>
              <a:gd name="connsiteY185" fmla="*/ 166687 h 851265"/>
              <a:gd name="connsiteX186" fmla="*/ 9696182 w 12191998"/>
              <a:gd name="connsiteY186" fmla="*/ 155575 h 851265"/>
              <a:gd name="connsiteX187" fmla="*/ 9742220 w 12191998"/>
              <a:gd name="connsiteY187" fmla="*/ 141287 h 851265"/>
              <a:gd name="connsiteX188" fmla="*/ 9783496 w 12191998"/>
              <a:gd name="connsiteY188" fmla="*/ 125412 h 851265"/>
              <a:gd name="connsiteX189" fmla="*/ 9820008 w 12191998"/>
              <a:gd name="connsiteY189" fmla="*/ 106362 h 851265"/>
              <a:gd name="connsiteX190" fmla="*/ 9896208 w 12191998"/>
              <a:gd name="connsiteY190" fmla="*/ 68262 h 851265"/>
              <a:gd name="connsiteX191" fmla="*/ 9932720 w 12191998"/>
              <a:gd name="connsiteY191" fmla="*/ 52387 h 851265"/>
              <a:gd name="connsiteX192" fmla="*/ 9973996 w 12191998"/>
              <a:gd name="connsiteY192" fmla="*/ 36512 h 851265"/>
              <a:gd name="connsiteX193" fmla="*/ 10020032 w 12191998"/>
              <a:gd name="connsiteY193" fmla="*/ 20637 h 851265"/>
              <a:gd name="connsiteX194" fmla="*/ 10072420 w 12191998"/>
              <a:gd name="connsiteY194" fmla="*/ 9525 h 851265"/>
              <a:gd name="connsiteX195" fmla="*/ 10132746 w 12191998"/>
              <a:gd name="connsiteY195" fmla="*/ 3175 h 851265"/>
              <a:gd name="connsiteX196" fmla="*/ 10201008 w 12191998"/>
              <a:gd name="connsiteY196" fmla="*/ 0 h 851265"/>
              <a:gd name="connsiteX197" fmla="*/ 10269270 w 12191998"/>
              <a:gd name="connsiteY197" fmla="*/ 3175 h 851265"/>
              <a:gd name="connsiteX198" fmla="*/ 10329596 w 12191998"/>
              <a:gd name="connsiteY198" fmla="*/ 9525 h 851265"/>
              <a:gd name="connsiteX199" fmla="*/ 10381982 w 12191998"/>
              <a:gd name="connsiteY199" fmla="*/ 20637 h 851265"/>
              <a:gd name="connsiteX200" fmla="*/ 10428020 w 12191998"/>
              <a:gd name="connsiteY200" fmla="*/ 36512 h 851265"/>
              <a:gd name="connsiteX201" fmla="*/ 10469296 w 12191998"/>
              <a:gd name="connsiteY201" fmla="*/ 52387 h 851265"/>
              <a:gd name="connsiteX202" fmla="*/ 10505808 w 12191998"/>
              <a:gd name="connsiteY202" fmla="*/ 68262 h 851265"/>
              <a:gd name="connsiteX203" fmla="*/ 10543908 w 12191998"/>
              <a:gd name="connsiteY203" fmla="*/ 87312 h 851265"/>
              <a:gd name="connsiteX204" fmla="*/ 10582008 w 12191998"/>
              <a:gd name="connsiteY204" fmla="*/ 106362 h 851265"/>
              <a:gd name="connsiteX205" fmla="*/ 10618520 w 12191998"/>
              <a:gd name="connsiteY205" fmla="*/ 125412 h 851265"/>
              <a:gd name="connsiteX206" fmla="*/ 10659796 w 12191998"/>
              <a:gd name="connsiteY206" fmla="*/ 141287 h 851265"/>
              <a:gd name="connsiteX207" fmla="*/ 10705832 w 12191998"/>
              <a:gd name="connsiteY207" fmla="*/ 155575 h 851265"/>
              <a:gd name="connsiteX208" fmla="*/ 10758220 w 12191998"/>
              <a:gd name="connsiteY208" fmla="*/ 166687 h 851265"/>
              <a:gd name="connsiteX209" fmla="*/ 10818546 w 12191998"/>
              <a:gd name="connsiteY209" fmla="*/ 174625 h 851265"/>
              <a:gd name="connsiteX210" fmla="*/ 10886808 w 12191998"/>
              <a:gd name="connsiteY210" fmla="*/ 176212 h 851265"/>
              <a:gd name="connsiteX211" fmla="*/ 10955070 w 12191998"/>
              <a:gd name="connsiteY211" fmla="*/ 174625 h 851265"/>
              <a:gd name="connsiteX212" fmla="*/ 11015396 w 12191998"/>
              <a:gd name="connsiteY212" fmla="*/ 166687 h 851265"/>
              <a:gd name="connsiteX213" fmla="*/ 11067782 w 12191998"/>
              <a:gd name="connsiteY213" fmla="*/ 155575 h 851265"/>
              <a:gd name="connsiteX214" fmla="*/ 11113820 w 12191998"/>
              <a:gd name="connsiteY214" fmla="*/ 141287 h 851265"/>
              <a:gd name="connsiteX215" fmla="*/ 11155096 w 12191998"/>
              <a:gd name="connsiteY215" fmla="*/ 125412 h 851265"/>
              <a:gd name="connsiteX216" fmla="*/ 11191608 w 12191998"/>
              <a:gd name="connsiteY216" fmla="*/ 106362 h 851265"/>
              <a:gd name="connsiteX217" fmla="*/ 11229708 w 12191998"/>
              <a:gd name="connsiteY217" fmla="*/ 87312 h 851265"/>
              <a:gd name="connsiteX218" fmla="*/ 11267808 w 12191998"/>
              <a:gd name="connsiteY218" fmla="*/ 68262 h 851265"/>
              <a:gd name="connsiteX219" fmla="*/ 11304320 w 12191998"/>
              <a:gd name="connsiteY219" fmla="*/ 52387 h 851265"/>
              <a:gd name="connsiteX220" fmla="*/ 11345596 w 12191998"/>
              <a:gd name="connsiteY220" fmla="*/ 36512 h 851265"/>
              <a:gd name="connsiteX221" fmla="*/ 11391632 w 12191998"/>
              <a:gd name="connsiteY221" fmla="*/ 20637 h 851265"/>
              <a:gd name="connsiteX222" fmla="*/ 11444020 w 12191998"/>
              <a:gd name="connsiteY222" fmla="*/ 9525 h 851265"/>
              <a:gd name="connsiteX223" fmla="*/ 11504346 w 12191998"/>
              <a:gd name="connsiteY223" fmla="*/ 3175 h 851265"/>
              <a:gd name="connsiteX224" fmla="*/ 11572608 w 12191998"/>
              <a:gd name="connsiteY224" fmla="*/ 0 h 851265"/>
              <a:gd name="connsiteX225" fmla="*/ 11640870 w 12191998"/>
              <a:gd name="connsiteY225" fmla="*/ 3175 h 851265"/>
              <a:gd name="connsiteX226" fmla="*/ 11701196 w 12191998"/>
              <a:gd name="connsiteY226" fmla="*/ 9525 h 851265"/>
              <a:gd name="connsiteX227" fmla="*/ 11753582 w 12191998"/>
              <a:gd name="connsiteY227" fmla="*/ 20637 h 851265"/>
              <a:gd name="connsiteX228" fmla="*/ 11799620 w 12191998"/>
              <a:gd name="connsiteY228" fmla="*/ 36512 h 851265"/>
              <a:gd name="connsiteX229" fmla="*/ 11840896 w 12191998"/>
              <a:gd name="connsiteY229" fmla="*/ 52387 h 851265"/>
              <a:gd name="connsiteX230" fmla="*/ 11877408 w 12191998"/>
              <a:gd name="connsiteY230" fmla="*/ 68262 h 851265"/>
              <a:gd name="connsiteX231" fmla="*/ 11915508 w 12191998"/>
              <a:gd name="connsiteY231" fmla="*/ 87312 h 851265"/>
              <a:gd name="connsiteX232" fmla="*/ 11953608 w 12191998"/>
              <a:gd name="connsiteY232" fmla="*/ 106362 h 851265"/>
              <a:gd name="connsiteX233" fmla="*/ 11990120 w 12191998"/>
              <a:gd name="connsiteY233" fmla="*/ 125412 h 851265"/>
              <a:gd name="connsiteX234" fmla="*/ 12031396 w 12191998"/>
              <a:gd name="connsiteY234" fmla="*/ 141287 h 851265"/>
              <a:gd name="connsiteX235" fmla="*/ 12077432 w 12191998"/>
              <a:gd name="connsiteY235" fmla="*/ 155575 h 851265"/>
              <a:gd name="connsiteX236" fmla="*/ 12129820 w 12191998"/>
              <a:gd name="connsiteY236" fmla="*/ 166688 h 851265"/>
              <a:gd name="connsiteX237" fmla="*/ 12190146 w 12191998"/>
              <a:gd name="connsiteY237" fmla="*/ 174625 h 851265"/>
              <a:gd name="connsiteX238" fmla="*/ 12191998 w 12191998"/>
              <a:gd name="connsiteY238" fmla="*/ 174668 h 851265"/>
              <a:gd name="connsiteX239" fmla="*/ 12191998 w 12191998"/>
              <a:gd name="connsiteY239" fmla="*/ 851265 h 851265"/>
              <a:gd name="connsiteX240" fmla="*/ 0 w 12191998"/>
              <a:gd name="connsiteY240" fmla="*/ 851265 h 851265"/>
              <a:gd name="connsiteX241" fmla="*/ 0 w 12191998"/>
              <a:gd name="connsiteY241" fmla="*/ 174668 h 851265"/>
              <a:gd name="connsiteX242" fmla="*/ 1852 w 12191998"/>
              <a:gd name="connsiteY242" fmla="*/ 174625 h 851265"/>
              <a:gd name="connsiteX243" fmla="*/ 62177 w 12191998"/>
              <a:gd name="connsiteY243" fmla="*/ 166687 h 851265"/>
              <a:gd name="connsiteX244" fmla="*/ 114564 w 12191998"/>
              <a:gd name="connsiteY244" fmla="*/ 155575 h 851265"/>
              <a:gd name="connsiteX245" fmla="*/ 160602 w 12191998"/>
              <a:gd name="connsiteY245" fmla="*/ 141287 h 851265"/>
              <a:gd name="connsiteX246" fmla="*/ 201877 w 12191998"/>
              <a:gd name="connsiteY246" fmla="*/ 125412 h 851265"/>
              <a:gd name="connsiteX247" fmla="*/ 238389 w 12191998"/>
              <a:gd name="connsiteY247" fmla="*/ 106362 h 851265"/>
              <a:gd name="connsiteX248" fmla="*/ 276489 w 12191998"/>
              <a:gd name="connsiteY248" fmla="*/ 87312 h 851265"/>
              <a:gd name="connsiteX249" fmla="*/ 314589 w 12191998"/>
              <a:gd name="connsiteY249" fmla="*/ 68262 h 851265"/>
              <a:gd name="connsiteX250" fmla="*/ 351102 w 12191998"/>
              <a:gd name="connsiteY250" fmla="*/ 52387 h 851265"/>
              <a:gd name="connsiteX251" fmla="*/ 392377 w 12191998"/>
              <a:gd name="connsiteY251" fmla="*/ 36512 h 851265"/>
              <a:gd name="connsiteX252" fmla="*/ 438414 w 12191998"/>
              <a:gd name="connsiteY252" fmla="*/ 20637 h 851265"/>
              <a:gd name="connsiteX253" fmla="*/ 490802 w 12191998"/>
              <a:gd name="connsiteY253" fmla="*/ 9525 h 851265"/>
              <a:gd name="connsiteX254" fmla="*/ 551127 w 12191998"/>
              <a:gd name="connsiteY254" fmla="*/ 3175 h 851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1998" h="851265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6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2" y="36512"/>
                </a:lnTo>
                <a:lnTo>
                  <a:pt x="5002478" y="52387"/>
                </a:lnTo>
                <a:lnTo>
                  <a:pt x="5038989" y="68262"/>
                </a:lnTo>
                <a:lnTo>
                  <a:pt x="5077091" y="87312"/>
                </a:lnTo>
                <a:lnTo>
                  <a:pt x="5115189" y="106362"/>
                </a:lnTo>
                <a:lnTo>
                  <a:pt x="5151702" y="125412"/>
                </a:lnTo>
                <a:lnTo>
                  <a:pt x="5192978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10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8" y="3175"/>
                </a:lnTo>
                <a:lnTo>
                  <a:pt x="6086210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8" y="174668"/>
                </a:lnTo>
                <a:lnTo>
                  <a:pt x="12191998" y="851265"/>
                </a:lnTo>
                <a:lnTo>
                  <a:pt x="0" y="851265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04B5FAF-163F-3C8E-0B2D-EB4FF4885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999" y="1912493"/>
            <a:ext cx="1066800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PWM: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 This controls the buzzer to make a "beep" sound and adjusts the brightness of the screen and LEDs.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Face Detection: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 A smart system that identifies a person's face to make sure only registered voters can access the machine.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Logic States: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 The system uses "High" (5V) and "Low" (0V) signals to understand if a button is pushed or a sensor is active.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99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07F1A-0D05-F3F2-1B8F-C6CED9C1D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326A3DC-22FA-4685-9143-ED90EE297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58400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ContentTable"/>
                  </p202:designTagLst>
                </p202:designPr>
              </p:ext>
            </p:extLst>
          </p:nvPr>
        </p:nvGraphicFramePr>
        <p:xfrm>
          <a:off x="1341120" y="1778198"/>
          <a:ext cx="9729216" cy="4537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832">
                  <a:extLst>
                    <a:ext uri="{9D8B030D-6E8A-4147-A177-3AD203B41FA5}">
                      <a16:colId xmlns:a16="http://schemas.microsoft.com/office/drawing/2014/main" val="2849337998"/>
                    </a:ext>
                  </a:extLst>
                </a:gridCol>
                <a:gridCol w="9011384">
                  <a:extLst>
                    <a:ext uri="{9D8B030D-6E8A-4147-A177-3AD203B41FA5}">
                      <a16:colId xmlns:a16="http://schemas.microsoft.com/office/drawing/2014/main" val="1836470162"/>
                    </a:ext>
                  </a:extLst>
                </a:gridCol>
              </a:tblGrid>
              <a:tr h="1628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</a:rPr>
                        <a:t>1</a:t>
                      </a:r>
                    </a:p>
                  </a:txBody>
                  <a:tcPr marL="97138" marR="97138" marT="48569" marB="48569" anchor="ctr"/>
                </a:tc>
                <a:tc>
                  <a:txBody>
                    <a:bodyPr/>
                    <a:lstStyle/>
                    <a:p>
                      <a:r>
                        <a:rPr lang="en-US" sz="2000" b="1" i="0" kern="12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Deep Learning &amp; Facial Authentication (Raut et al., 2022):</a:t>
                      </a:r>
                      <a:r>
                        <a:rPr lang="en-US" sz="2000" b="0" i="0" kern="12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Proposed a system using deep learning to verify voter identity before casting ballots.</a:t>
                      </a:r>
                    </a:p>
                    <a:p>
                      <a:r>
                        <a:rPr lang="en-US" sz="2000" b="1" i="0" kern="12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Problem:</a:t>
                      </a:r>
                      <a:r>
                        <a:rPr lang="en-US" sz="2000" b="0" i="0" kern="12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 System accuracy dropped significantly under changing lighting conditions or varied facial expressions.</a:t>
                      </a:r>
                    </a:p>
                  </a:txBody>
                  <a:tcPr marL="97138" marR="97138" marT="48569" marB="48569" anchor="ctr"/>
                </a:tc>
                <a:extLst>
                  <a:ext uri="{0D108BD9-81ED-4DB2-BD59-A6C34878D82A}">
                    <a16:rowId xmlns:a16="http://schemas.microsoft.com/office/drawing/2014/main" val="2840907141"/>
                  </a:ext>
                </a:extLst>
              </a:tr>
              <a:tr h="1628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</a:rPr>
                        <a:t>2</a:t>
                      </a:r>
                    </a:p>
                  </a:txBody>
                  <a:tcPr marL="97138" marR="97138" marT="48569" marB="48569" anchor="ctr"/>
                </a:tc>
                <a:tc>
                  <a:txBody>
                    <a:bodyPr/>
                    <a:lstStyle/>
                    <a:p>
                      <a:r>
                        <a:rPr lang="en-US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Webcam-Based Frameworks (Patel et al., 2024):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Developed a framework extracting facial features via webcams to ensure only registered participation.</a:t>
                      </a:r>
                    </a:p>
                    <a:p>
                      <a:r>
                        <a:rPr lang="en-US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Problem: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Large voter databases caused high recognition latency and reduced overall system performance.</a:t>
                      </a:r>
                    </a:p>
                  </a:txBody>
                  <a:tcPr marL="97138" marR="97138" marT="48569" marB="48569" anchor="ctr"/>
                </a:tc>
                <a:extLst>
                  <a:ext uri="{0D108BD9-81ED-4DB2-BD59-A6C34878D82A}">
                    <a16:rowId xmlns:a16="http://schemas.microsoft.com/office/drawing/2014/main" val="628207795"/>
                  </a:ext>
                </a:extLst>
              </a:tr>
              <a:tr h="12797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97138" marR="97138" marT="48569" marB="48569" anchor="ctr"/>
                </a:tc>
                <a:tc>
                  <a:txBody>
                    <a:bodyPr/>
                    <a:lstStyle/>
                    <a:p>
                      <a:r>
                        <a:rPr lang="en-US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PIN-based Authentication (Hossain et al.):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Developed a system where voters used pre-assigned 5-digit codes. This established a low-cost baseline but relied on manual credential management</a:t>
                      </a:r>
                      <a:endParaRPr lang="en-US" sz="2000" b="0" i="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7138" marR="97138" marT="48569" marB="48569" anchor="ctr"/>
                </a:tc>
                <a:extLst>
                  <a:ext uri="{0D108BD9-81ED-4DB2-BD59-A6C34878D82A}">
                    <a16:rowId xmlns:a16="http://schemas.microsoft.com/office/drawing/2014/main" val="1434753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59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9DBA3C2-C92B-4CEB-868F-52A62295B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B242B-CA07-75C3-296C-2D8D3307A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7" y="71034"/>
            <a:ext cx="10668004" cy="1113295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Research Gaps Identified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A5C11C9-65D2-491A-A266-6ADBD2CB4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006736"/>
            <a:ext cx="12191998" cy="851265"/>
          </a:xfrm>
          <a:custGeom>
            <a:avLst/>
            <a:gdLst>
              <a:gd name="connsiteX0" fmla="*/ 619389 w 12191998"/>
              <a:gd name="connsiteY0" fmla="*/ 0 h 851265"/>
              <a:gd name="connsiteX1" fmla="*/ 687652 w 12191998"/>
              <a:gd name="connsiteY1" fmla="*/ 3175 h 851265"/>
              <a:gd name="connsiteX2" fmla="*/ 747977 w 12191998"/>
              <a:gd name="connsiteY2" fmla="*/ 9525 h 851265"/>
              <a:gd name="connsiteX3" fmla="*/ 800364 w 12191998"/>
              <a:gd name="connsiteY3" fmla="*/ 20637 h 851265"/>
              <a:gd name="connsiteX4" fmla="*/ 846402 w 12191998"/>
              <a:gd name="connsiteY4" fmla="*/ 36512 h 851265"/>
              <a:gd name="connsiteX5" fmla="*/ 887677 w 12191998"/>
              <a:gd name="connsiteY5" fmla="*/ 52387 h 851265"/>
              <a:gd name="connsiteX6" fmla="*/ 924189 w 12191998"/>
              <a:gd name="connsiteY6" fmla="*/ 68262 h 851265"/>
              <a:gd name="connsiteX7" fmla="*/ 962289 w 12191998"/>
              <a:gd name="connsiteY7" fmla="*/ 87312 h 851265"/>
              <a:gd name="connsiteX8" fmla="*/ 1000389 w 12191998"/>
              <a:gd name="connsiteY8" fmla="*/ 106362 h 851265"/>
              <a:gd name="connsiteX9" fmla="*/ 1036902 w 12191998"/>
              <a:gd name="connsiteY9" fmla="*/ 125412 h 851265"/>
              <a:gd name="connsiteX10" fmla="*/ 1078177 w 12191998"/>
              <a:gd name="connsiteY10" fmla="*/ 141287 h 851265"/>
              <a:gd name="connsiteX11" fmla="*/ 1124214 w 12191998"/>
              <a:gd name="connsiteY11" fmla="*/ 155575 h 851265"/>
              <a:gd name="connsiteX12" fmla="*/ 1176602 w 12191998"/>
              <a:gd name="connsiteY12" fmla="*/ 166687 h 851265"/>
              <a:gd name="connsiteX13" fmla="*/ 1236927 w 12191998"/>
              <a:gd name="connsiteY13" fmla="*/ 174625 h 851265"/>
              <a:gd name="connsiteX14" fmla="*/ 1305189 w 12191998"/>
              <a:gd name="connsiteY14" fmla="*/ 176212 h 851265"/>
              <a:gd name="connsiteX15" fmla="*/ 1373452 w 12191998"/>
              <a:gd name="connsiteY15" fmla="*/ 174625 h 851265"/>
              <a:gd name="connsiteX16" fmla="*/ 1433777 w 12191998"/>
              <a:gd name="connsiteY16" fmla="*/ 166687 h 851265"/>
              <a:gd name="connsiteX17" fmla="*/ 1486164 w 12191998"/>
              <a:gd name="connsiteY17" fmla="*/ 155575 h 851265"/>
              <a:gd name="connsiteX18" fmla="*/ 1532202 w 12191998"/>
              <a:gd name="connsiteY18" fmla="*/ 141287 h 851265"/>
              <a:gd name="connsiteX19" fmla="*/ 1573477 w 12191998"/>
              <a:gd name="connsiteY19" fmla="*/ 125412 h 851265"/>
              <a:gd name="connsiteX20" fmla="*/ 1609989 w 12191998"/>
              <a:gd name="connsiteY20" fmla="*/ 106362 h 851265"/>
              <a:gd name="connsiteX21" fmla="*/ 1648089 w 12191998"/>
              <a:gd name="connsiteY21" fmla="*/ 87312 h 851265"/>
              <a:gd name="connsiteX22" fmla="*/ 1686189 w 12191998"/>
              <a:gd name="connsiteY22" fmla="*/ 68262 h 851265"/>
              <a:gd name="connsiteX23" fmla="*/ 1722702 w 12191998"/>
              <a:gd name="connsiteY23" fmla="*/ 52387 h 851265"/>
              <a:gd name="connsiteX24" fmla="*/ 1763977 w 12191998"/>
              <a:gd name="connsiteY24" fmla="*/ 36512 h 851265"/>
              <a:gd name="connsiteX25" fmla="*/ 1810014 w 12191998"/>
              <a:gd name="connsiteY25" fmla="*/ 20637 h 851265"/>
              <a:gd name="connsiteX26" fmla="*/ 1862402 w 12191998"/>
              <a:gd name="connsiteY26" fmla="*/ 9525 h 851265"/>
              <a:gd name="connsiteX27" fmla="*/ 1922727 w 12191998"/>
              <a:gd name="connsiteY27" fmla="*/ 3175 h 851265"/>
              <a:gd name="connsiteX28" fmla="*/ 1990989 w 12191998"/>
              <a:gd name="connsiteY28" fmla="*/ 0 h 851265"/>
              <a:gd name="connsiteX29" fmla="*/ 2059252 w 12191998"/>
              <a:gd name="connsiteY29" fmla="*/ 3175 h 851265"/>
              <a:gd name="connsiteX30" fmla="*/ 2119577 w 12191998"/>
              <a:gd name="connsiteY30" fmla="*/ 9525 h 851265"/>
              <a:gd name="connsiteX31" fmla="*/ 2171964 w 12191998"/>
              <a:gd name="connsiteY31" fmla="*/ 20637 h 851265"/>
              <a:gd name="connsiteX32" fmla="*/ 2218002 w 12191998"/>
              <a:gd name="connsiteY32" fmla="*/ 36512 h 851265"/>
              <a:gd name="connsiteX33" fmla="*/ 2259277 w 12191998"/>
              <a:gd name="connsiteY33" fmla="*/ 52387 h 851265"/>
              <a:gd name="connsiteX34" fmla="*/ 2295789 w 12191998"/>
              <a:gd name="connsiteY34" fmla="*/ 68262 h 851265"/>
              <a:gd name="connsiteX35" fmla="*/ 2333889 w 12191998"/>
              <a:gd name="connsiteY35" fmla="*/ 87312 h 851265"/>
              <a:gd name="connsiteX36" fmla="*/ 2371989 w 12191998"/>
              <a:gd name="connsiteY36" fmla="*/ 106362 h 851265"/>
              <a:gd name="connsiteX37" fmla="*/ 2408502 w 12191998"/>
              <a:gd name="connsiteY37" fmla="*/ 125412 h 851265"/>
              <a:gd name="connsiteX38" fmla="*/ 2449777 w 12191998"/>
              <a:gd name="connsiteY38" fmla="*/ 141287 h 851265"/>
              <a:gd name="connsiteX39" fmla="*/ 2495814 w 12191998"/>
              <a:gd name="connsiteY39" fmla="*/ 155575 h 851265"/>
              <a:gd name="connsiteX40" fmla="*/ 2548202 w 12191998"/>
              <a:gd name="connsiteY40" fmla="*/ 166687 h 851265"/>
              <a:gd name="connsiteX41" fmla="*/ 2608527 w 12191998"/>
              <a:gd name="connsiteY41" fmla="*/ 174625 h 851265"/>
              <a:gd name="connsiteX42" fmla="*/ 2676789 w 12191998"/>
              <a:gd name="connsiteY42" fmla="*/ 176212 h 851265"/>
              <a:gd name="connsiteX43" fmla="*/ 2745052 w 12191998"/>
              <a:gd name="connsiteY43" fmla="*/ 174625 h 851265"/>
              <a:gd name="connsiteX44" fmla="*/ 2805377 w 12191998"/>
              <a:gd name="connsiteY44" fmla="*/ 166687 h 851265"/>
              <a:gd name="connsiteX45" fmla="*/ 2857764 w 12191998"/>
              <a:gd name="connsiteY45" fmla="*/ 155575 h 851265"/>
              <a:gd name="connsiteX46" fmla="*/ 2903802 w 12191998"/>
              <a:gd name="connsiteY46" fmla="*/ 141287 h 851265"/>
              <a:gd name="connsiteX47" fmla="*/ 2945077 w 12191998"/>
              <a:gd name="connsiteY47" fmla="*/ 125412 h 851265"/>
              <a:gd name="connsiteX48" fmla="*/ 2981589 w 12191998"/>
              <a:gd name="connsiteY48" fmla="*/ 106362 h 851265"/>
              <a:gd name="connsiteX49" fmla="*/ 3019689 w 12191998"/>
              <a:gd name="connsiteY49" fmla="*/ 87312 h 851265"/>
              <a:gd name="connsiteX50" fmla="*/ 3057789 w 12191998"/>
              <a:gd name="connsiteY50" fmla="*/ 68262 h 851265"/>
              <a:gd name="connsiteX51" fmla="*/ 3094302 w 12191998"/>
              <a:gd name="connsiteY51" fmla="*/ 52387 h 851265"/>
              <a:gd name="connsiteX52" fmla="*/ 3135577 w 12191998"/>
              <a:gd name="connsiteY52" fmla="*/ 36512 h 851265"/>
              <a:gd name="connsiteX53" fmla="*/ 3181614 w 12191998"/>
              <a:gd name="connsiteY53" fmla="*/ 20637 h 851265"/>
              <a:gd name="connsiteX54" fmla="*/ 3234002 w 12191998"/>
              <a:gd name="connsiteY54" fmla="*/ 9525 h 851265"/>
              <a:gd name="connsiteX55" fmla="*/ 3294327 w 12191998"/>
              <a:gd name="connsiteY55" fmla="*/ 3175 h 851265"/>
              <a:gd name="connsiteX56" fmla="*/ 3361002 w 12191998"/>
              <a:gd name="connsiteY56" fmla="*/ 0 h 851265"/>
              <a:gd name="connsiteX57" fmla="*/ 3430852 w 12191998"/>
              <a:gd name="connsiteY57" fmla="*/ 3175 h 851265"/>
              <a:gd name="connsiteX58" fmla="*/ 3491177 w 12191998"/>
              <a:gd name="connsiteY58" fmla="*/ 9525 h 851265"/>
              <a:gd name="connsiteX59" fmla="*/ 3543564 w 12191998"/>
              <a:gd name="connsiteY59" fmla="*/ 20637 h 851265"/>
              <a:gd name="connsiteX60" fmla="*/ 3589602 w 12191998"/>
              <a:gd name="connsiteY60" fmla="*/ 36512 h 851265"/>
              <a:gd name="connsiteX61" fmla="*/ 3630877 w 12191998"/>
              <a:gd name="connsiteY61" fmla="*/ 52387 h 851265"/>
              <a:gd name="connsiteX62" fmla="*/ 3667389 w 12191998"/>
              <a:gd name="connsiteY62" fmla="*/ 68262 h 851265"/>
              <a:gd name="connsiteX63" fmla="*/ 3705489 w 12191998"/>
              <a:gd name="connsiteY63" fmla="*/ 87312 h 851265"/>
              <a:gd name="connsiteX64" fmla="*/ 3743589 w 12191998"/>
              <a:gd name="connsiteY64" fmla="*/ 106362 h 851265"/>
              <a:gd name="connsiteX65" fmla="*/ 3780102 w 12191998"/>
              <a:gd name="connsiteY65" fmla="*/ 125412 h 851265"/>
              <a:gd name="connsiteX66" fmla="*/ 3821377 w 12191998"/>
              <a:gd name="connsiteY66" fmla="*/ 141287 h 851265"/>
              <a:gd name="connsiteX67" fmla="*/ 3867414 w 12191998"/>
              <a:gd name="connsiteY67" fmla="*/ 155575 h 851265"/>
              <a:gd name="connsiteX68" fmla="*/ 3919802 w 12191998"/>
              <a:gd name="connsiteY68" fmla="*/ 166687 h 851265"/>
              <a:gd name="connsiteX69" fmla="*/ 3980127 w 12191998"/>
              <a:gd name="connsiteY69" fmla="*/ 174625 h 851265"/>
              <a:gd name="connsiteX70" fmla="*/ 4048389 w 12191998"/>
              <a:gd name="connsiteY70" fmla="*/ 176212 h 851265"/>
              <a:gd name="connsiteX71" fmla="*/ 4116652 w 12191998"/>
              <a:gd name="connsiteY71" fmla="*/ 174625 h 851265"/>
              <a:gd name="connsiteX72" fmla="*/ 4176977 w 12191998"/>
              <a:gd name="connsiteY72" fmla="*/ 166687 h 851265"/>
              <a:gd name="connsiteX73" fmla="*/ 4229364 w 12191998"/>
              <a:gd name="connsiteY73" fmla="*/ 155575 h 851265"/>
              <a:gd name="connsiteX74" fmla="*/ 4275402 w 12191998"/>
              <a:gd name="connsiteY74" fmla="*/ 141287 h 851265"/>
              <a:gd name="connsiteX75" fmla="*/ 4316677 w 12191998"/>
              <a:gd name="connsiteY75" fmla="*/ 125412 h 851265"/>
              <a:gd name="connsiteX76" fmla="*/ 4353189 w 12191998"/>
              <a:gd name="connsiteY76" fmla="*/ 106362 h 851265"/>
              <a:gd name="connsiteX77" fmla="*/ 4429389 w 12191998"/>
              <a:gd name="connsiteY77" fmla="*/ 68262 h 851265"/>
              <a:gd name="connsiteX78" fmla="*/ 4465902 w 12191998"/>
              <a:gd name="connsiteY78" fmla="*/ 52387 h 851265"/>
              <a:gd name="connsiteX79" fmla="*/ 4507177 w 12191998"/>
              <a:gd name="connsiteY79" fmla="*/ 36512 h 851265"/>
              <a:gd name="connsiteX80" fmla="*/ 4553216 w 12191998"/>
              <a:gd name="connsiteY80" fmla="*/ 20637 h 851265"/>
              <a:gd name="connsiteX81" fmla="*/ 4605602 w 12191998"/>
              <a:gd name="connsiteY81" fmla="*/ 9525 h 851265"/>
              <a:gd name="connsiteX82" fmla="*/ 4665928 w 12191998"/>
              <a:gd name="connsiteY82" fmla="*/ 3175 h 851265"/>
              <a:gd name="connsiteX83" fmla="*/ 4734189 w 12191998"/>
              <a:gd name="connsiteY83" fmla="*/ 0 h 851265"/>
              <a:gd name="connsiteX84" fmla="*/ 4802453 w 12191998"/>
              <a:gd name="connsiteY84" fmla="*/ 3175 h 851265"/>
              <a:gd name="connsiteX85" fmla="*/ 4862777 w 12191998"/>
              <a:gd name="connsiteY85" fmla="*/ 9525 h 851265"/>
              <a:gd name="connsiteX86" fmla="*/ 4915165 w 12191998"/>
              <a:gd name="connsiteY86" fmla="*/ 20637 h 851265"/>
              <a:gd name="connsiteX87" fmla="*/ 4961202 w 12191998"/>
              <a:gd name="connsiteY87" fmla="*/ 36512 h 851265"/>
              <a:gd name="connsiteX88" fmla="*/ 5002478 w 12191998"/>
              <a:gd name="connsiteY88" fmla="*/ 52387 h 851265"/>
              <a:gd name="connsiteX89" fmla="*/ 5038989 w 12191998"/>
              <a:gd name="connsiteY89" fmla="*/ 68262 h 851265"/>
              <a:gd name="connsiteX90" fmla="*/ 5077091 w 12191998"/>
              <a:gd name="connsiteY90" fmla="*/ 87312 h 851265"/>
              <a:gd name="connsiteX91" fmla="*/ 5115189 w 12191998"/>
              <a:gd name="connsiteY91" fmla="*/ 106362 h 851265"/>
              <a:gd name="connsiteX92" fmla="*/ 5151702 w 12191998"/>
              <a:gd name="connsiteY92" fmla="*/ 125412 h 851265"/>
              <a:gd name="connsiteX93" fmla="*/ 5192978 w 12191998"/>
              <a:gd name="connsiteY93" fmla="*/ 141287 h 851265"/>
              <a:gd name="connsiteX94" fmla="*/ 5239014 w 12191998"/>
              <a:gd name="connsiteY94" fmla="*/ 155575 h 851265"/>
              <a:gd name="connsiteX95" fmla="*/ 5291401 w 12191998"/>
              <a:gd name="connsiteY95" fmla="*/ 166687 h 851265"/>
              <a:gd name="connsiteX96" fmla="*/ 5351727 w 12191998"/>
              <a:gd name="connsiteY96" fmla="*/ 174625 h 851265"/>
              <a:gd name="connsiteX97" fmla="*/ 5410199 w 12191998"/>
              <a:gd name="connsiteY97" fmla="*/ 175985 h 851265"/>
              <a:gd name="connsiteX98" fmla="*/ 5468671 w 12191998"/>
              <a:gd name="connsiteY98" fmla="*/ 174625 h 851265"/>
              <a:gd name="connsiteX99" fmla="*/ 5528996 w 12191998"/>
              <a:gd name="connsiteY99" fmla="*/ 166687 h 851265"/>
              <a:gd name="connsiteX100" fmla="*/ 5581383 w 12191998"/>
              <a:gd name="connsiteY100" fmla="*/ 155575 h 851265"/>
              <a:gd name="connsiteX101" fmla="*/ 5627421 w 12191998"/>
              <a:gd name="connsiteY101" fmla="*/ 141287 h 851265"/>
              <a:gd name="connsiteX102" fmla="*/ 5668696 w 12191998"/>
              <a:gd name="connsiteY102" fmla="*/ 125412 h 851265"/>
              <a:gd name="connsiteX103" fmla="*/ 5705210 w 12191998"/>
              <a:gd name="connsiteY103" fmla="*/ 106362 h 851265"/>
              <a:gd name="connsiteX104" fmla="*/ 5743308 w 12191998"/>
              <a:gd name="connsiteY104" fmla="*/ 87312 h 851265"/>
              <a:gd name="connsiteX105" fmla="*/ 5781408 w 12191998"/>
              <a:gd name="connsiteY105" fmla="*/ 68262 h 851265"/>
              <a:gd name="connsiteX106" fmla="*/ 5817921 w 12191998"/>
              <a:gd name="connsiteY106" fmla="*/ 52387 h 851265"/>
              <a:gd name="connsiteX107" fmla="*/ 5859196 w 12191998"/>
              <a:gd name="connsiteY107" fmla="*/ 36512 h 851265"/>
              <a:gd name="connsiteX108" fmla="*/ 5905234 w 12191998"/>
              <a:gd name="connsiteY108" fmla="*/ 20637 h 851265"/>
              <a:gd name="connsiteX109" fmla="*/ 5957621 w 12191998"/>
              <a:gd name="connsiteY109" fmla="*/ 9525 h 851265"/>
              <a:gd name="connsiteX110" fmla="*/ 6017948 w 12191998"/>
              <a:gd name="connsiteY110" fmla="*/ 3175 h 851265"/>
              <a:gd name="connsiteX111" fmla="*/ 6086210 w 12191998"/>
              <a:gd name="connsiteY111" fmla="*/ 0 h 851265"/>
              <a:gd name="connsiteX112" fmla="*/ 6095999 w 12191998"/>
              <a:gd name="connsiteY112" fmla="*/ 455 h 851265"/>
              <a:gd name="connsiteX113" fmla="*/ 6105789 w 12191998"/>
              <a:gd name="connsiteY113" fmla="*/ 0 h 851265"/>
              <a:gd name="connsiteX114" fmla="*/ 6174052 w 12191998"/>
              <a:gd name="connsiteY114" fmla="*/ 3175 h 851265"/>
              <a:gd name="connsiteX115" fmla="*/ 6234377 w 12191998"/>
              <a:gd name="connsiteY115" fmla="*/ 9525 h 851265"/>
              <a:gd name="connsiteX116" fmla="*/ 6286764 w 12191998"/>
              <a:gd name="connsiteY116" fmla="*/ 20637 h 851265"/>
              <a:gd name="connsiteX117" fmla="*/ 6332802 w 12191998"/>
              <a:gd name="connsiteY117" fmla="*/ 36512 h 851265"/>
              <a:gd name="connsiteX118" fmla="*/ 6374077 w 12191998"/>
              <a:gd name="connsiteY118" fmla="*/ 52387 h 851265"/>
              <a:gd name="connsiteX119" fmla="*/ 6410589 w 12191998"/>
              <a:gd name="connsiteY119" fmla="*/ 68262 h 851265"/>
              <a:gd name="connsiteX120" fmla="*/ 6448689 w 12191998"/>
              <a:gd name="connsiteY120" fmla="*/ 87312 h 851265"/>
              <a:gd name="connsiteX121" fmla="*/ 6486789 w 12191998"/>
              <a:gd name="connsiteY121" fmla="*/ 106362 h 851265"/>
              <a:gd name="connsiteX122" fmla="*/ 6523302 w 12191998"/>
              <a:gd name="connsiteY122" fmla="*/ 125412 h 851265"/>
              <a:gd name="connsiteX123" fmla="*/ 6564577 w 12191998"/>
              <a:gd name="connsiteY123" fmla="*/ 141287 h 851265"/>
              <a:gd name="connsiteX124" fmla="*/ 6610614 w 12191998"/>
              <a:gd name="connsiteY124" fmla="*/ 155575 h 851265"/>
              <a:gd name="connsiteX125" fmla="*/ 6663002 w 12191998"/>
              <a:gd name="connsiteY125" fmla="*/ 166687 h 851265"/>
              <a:gd name="connsiteX126" fmla="*/ 6723327 w 12191998"/>
              <a:gd name="connsiteY126" fmla="*/ 174625 h 851265"/>
              <a:gd name="connsiteX127" fmla="*/ 6781799 w 12191998"/>
              <a:gd name="connsiteY127" fmla="*/ 175985 h 851265"/>
              <a:gd name="connsiteX128" fmla="*/ 6840271 w 12191998"/>
              <a:gd name="connsiteY128" fmla="*/ 174625 h 851265"/>
              <a:gd name="connsiteX129" fmla="*/ 6900596 w 12191998"/>
              <a:gd name="connsiteY129" fmla="*/ 166687 h 851265"/>
              <a:gd name="connsiteX130" fmla="*/ 6952983 w 12191998"/>
              <a:gd name="connsiteY130" fmla="*/ 155575 h 851265"/>
              <a:gd name="connsiteX131" fmla="*/ 6999021 w 12191998"/>
              <a:gd name="connsiteY131" fmla="*/ 141287 h 851265"/>
              <a:gd name="connsiteX132" fmla="*/ 7040296 w 12191998"/>
              <a:gd name="connsiteY132" fmla="*/ 125412 h 851265"/>
              <a:gd name="connsiteX133" fmla="*/ 7076808 w 12191998"/>
              <a:gd name="connsiteY133" fmla="*/ 106362 h 851265"/>
              <a:gd name="connsiteX134" fmla="*/ 7114908 w 12191998"/>
              <a:gd name="connsiteY134" fmla="*/ 87312 h 851265"/>
              <a:gd name="connsiteX135" fmla="*/ 7153008 w 12191998"/>
              <a:gd name="connsiteY135" fmla="*/ 68262 h 851265"/>
              <a:gd name="connsiteX136" fmla="*/ 7189521 w 12191998"/>
              <a:gd name="connsiteY136" fmla="*/ 52387 h 851265"/>
              <a:gd name="connsiteX137" fmla="*/ 7230796 w 12191998"/>
              <a:gd name="connsiteY137" fmla="*/ 36512 h 851265"/>
              <a:gd name="connsiteX138" fmla="*/ 7276833 w 12191998"/>
              <a:gd name="connsiteY138" fmla="*/ 20637 h 851265"/>
              <a:gd name="connsiteX139" fmla="*/ 7329221 w 12191998"/>
              <a:gd name="connsiteY139" fmla="*/ 9525 h 851265"/>
              <a:gd name="connsiteX140" fmla="*/ 7389546 w 12191998"/>
              <a:gd name="connsiteY140" fmla="*/ 3175 h 851265"/>
              <a:gd name="connsiteX141" fmla="*/ 7457808 w 12191998"/>
              <a:gd name="connsiteY141" fmla="*/ 0 h 851265"/>
              <a:gd name="connsiteX142" fmla="*/ 7526071 w 12191998"/>
              <a:gd name="connsiteY142" fmla="*/ 3175 h 851265"/>
              <a:gd name="connsiteX143" fmla="*/ 7586396 w 12191998"/>
              <a:gd name="connsiteY143" fmla="*/ 9525 h 851265"/>
              <a:gd name="connsiteX144" fmla="*/ 7638783 w 12191998"/>
              <a:gd name="connsiteY144" fmla="*/ 20637 h 851265"/>
              <a:gd name="connsiteX145" fmla="*/ 7684821 w 12191998"/>
              <a:gd name="connsiteY145" fmla="*/ 36512 h 851265"/>
              <a:gd name="connsiteX146" fmla="*/ 7726096 w 12191998"/>
              <a:gd name="connsiteY146" fmla="*/ 52387 h 851265"/>
              <a:gd name="connsiteX147" fmla="*/ 7762608 w 12191998"/>
              <a:gd name="connsiteY147" fmla="*/ 68262 h 851265"/>
              <a:gd name="connsiteX148" fmla="*/ 7800708 w 12191998"/>
              <a:gd name="connsiteY148" fmla="*/ 87312 h 851265"/>
              <a:gd name="connsiteX149" fmla="*/ 7838808 w 12191998"/>
              <a:gd name="connsiteY149" fmla="*/ 106362 h 851265"/>
              <a:gd name="connsiteX150" fmla="*/ 7875321 w 12191998"/>
              <a:gd name="connsiteY150" fmla="*/ 125412 h 851265"/>
              <a:gd name="connsiteX151" fmla="*/ 7916596 w 12191998"/>
              <a:gd name="connsiteY151" fmla="*/ 141287 h 851265"/>
              <a:gd name="connsiteX152" fmla="*/ 7962633 w 12191998"/>
              <a:gd name="connsiteY152" fmla="*/ 155575 h 851265"/>
              <a:gd name="connsiteX153" fmla="*/ 8015021 w 12191998"/>
              <a:gd name="connsiteY153" fmla="*/ 166687 h 851265"/>
              <a:gd name="connsiteX154" fmla="*/ 8075346 w 12191998"/>
              <a:gd name="connsiteY154" fmla="*/ 174625 h 851265"/>
              <a:gd name="connsiteX155" fmla="*/ 8143608 w 12191998"/>
              <a:gd name="connsiteY155" fmla="*/ 176212 h 851265"/>
              <a:gd name="connsiteX156" fmla="*/ 8211871 w 12191998"/>
              <a:gd name="connsiteY156" fmla="*/ 174625 h 851265"/>
              <a:gd name="connsiteX157" fmla="*/ 8272196 w 12191998"/>
              <a:gd name="connsiteY157" fmla="*/ 166687 h 851265"/>
              <a:gd name="connsiteX158" fmla="*/ 8324583 w 12191998"/>
              <a:gd name="connsiteY158" fmla="*/ 155575 h 851265"/>
              <a:gd name="connsiteX159" fmla="*/ 8370621 w 12191998"/>
              <a:gd name="connsiteY159" fmla="*/ 141287 h 851265"/>
              <a:gd name="connsiteX160" fmla="*/ 8411896 w 12191998"/>
              <a:gd name="connsiteY160" fmla="*/ 125412 h 851265"/>
              <a:gd name="connsiteX161" fmla="*/ 8448408 w 12191998"/>
              <a:gd name="connsiteY161" fmla="*/ 106362 h 851265"/>
              <a:gd name="connsiteX162" fmla="*/ 8486508 w 12191998"/>
              <a:gd name="connsiteY162" fmla="*/ 87312 h 851265"/>
              <a:gd name="connsiteX163" fmla="*/ 8524608 w 12191998"/>
              <a:gd name="connsiteY163" fmla="*/ 68262 h 851265"/>
              <a:gd name="connsiteX164" fmla="*/ 8561120 w 12191998"/>
              <a:gd name="connsiteY164" fmla="*/ 52387 h 851265"/>
              <a:gd name="connsiteX165" fmla="*/ 8602396 w 12191998"/>
              <a:gd name="connsiteY165" fmla="*/ 36512 h 851265"/>
              <a:gd name="connsiteX166" fmla="*/ 8648432 w 12191998"/>
              <a:gd name="connsiteY166" fmla="*/ 20637 h 851265"/>
              <a:gd name="connsiteX167" fmla="*/ 8700820 w 12191998"/>
              <a:gd name="connsiteY167" fmla="*/ 9525 h 851265"/>
              <a:gd name="connsiteX168" fmla="*/ 8761146 w 12191998"/>
              <a:gd name="connsiteY168" fmla="*/ 3175 h 851265"/>
              <a:gd name="connsiteX169" fmla="*/ 8827820 w 12191998"/>
              <a:gd name="connsiteY169" fmla="*/ 0 h 851265"/>
              <a:gd name="connsiteX170" fmla="*/ 8897670 w 12191998"/>
              <a:gd name="connsiteY170" fmla="*/ 3175 h 851265"/>
              <a:gd name="connsiteX171" fmla="*/ 8957996 w 12191998"/>
              <a:gd name="connsiteY171" fmla="*/ 9525 h 851265"/>
              <a:gd name="connsiteX172" fmla="*/ 9010382 w 12191998"/>
              <a:gd name="connsiteY172" fmla="*/ 20637 h 851265"/>
              <a:gd name="connsiteX173" fmla="*/ 9056420 w 12191998"/>
              <a:gd name="connsiteY173" fmla="*/ 36512 h 851265"/>
              <a:gd name="connsiteX174" fmla="*/ 9097696 w 12191998"/>
              <a:gd name="connsiteY174" fmla="*/ 52387 h 851265"/>
              <a:gd name="connsiteX175" fmla="*/ 9134208 w 12191998"/>
              <a:gd name="connsiteY175" fmla="*/ 68262 h 851265"/>
              <a:gd name="connsiteX176" fmla="*/ 9172308 w 12191998"/>
              <a:gd name="connsiteY176" fmla="*/ 87312 h 851265"/>
              <a:gd name="connsiteX177" fmla="*/ 9210408 w 12191998"/>
              <a:gd name="connsiteY177" fmla="*/ 106362 h 851265"/>
              <a:gd name="connsiteX178" fmla="*/ 9246920 w 12191998"/>
              <a:gd name="connsiteY178" fmla="*/ 125412 h 851265"/>
              <a:gd name="connsiteX179" fmla="*/ 9288196 w 12191998"/>
              <a:gd name="connsiteY179" fmla="*/ 141287 h 851265"/>
              <a:gd name="connsiteX180" fmla="*/ 9334232 w 12191998"/>
              <a:gd name="connsiteY180" fmla="*/ 155575 h 851265"/>
              <a:gd name="connsiteX181" fmla="*/ 9386620 w 12191998"/>
              <a:gd name="connsiteY181" fmla="*/ 166687 h 851265"/>
              <a:gd name="connsiteX182" fmla="*/ 9446946 w 12191998"/>
              <a:gd name="connsiteY182" fmla="*/ 174625 h 851265"/>
              <a:gd name="connsiteX183" fmla="*/ 9515208 w 12191998"/>
              <a:gd name="connsiteY183" fmla="*/ 176212 h 851265"/>
              <a:gd name="connsiteX184" fmla="*/ 9583470 w 12191998"/>
              <a:gd name="connsiteY184" fmla="*/ 174625 h 851265"/>
              <a:gd name="connsiteX185" fmla="*/ 9643796 w 12191998"/>
              <a:gd name="connsiteY185" fmla="*/ 166687 h 851265"/>
              <a:gd name="connsiteX186" fmla="*/ 9696182 w 12191998"/>
              <a:gd name="connsiteY186" fmla="*/ 155575 h 851265"/>
              <a:gd name="connsiteX187" fmla="*/ 9742220 w 12191998"/>
              <a:gd name="connsiteY187" fmla="*/ 141287 h 851265"/>
              <a:gd name="connsiteX188" fmla="*/ 9783496 w 12191998"/>
              <a:gd name="connsiteY188" fmla="*/ 125412 h 851265"/>
              <a:gd name="connsiteX189" fmla="*/ 9820008 w 12191998"/>
              <a:gd name="connsiteY189" fmla="*/ 106362 h 851265"/>
              <a:gd name="connsiteX190" fmla="*/ 9896208 w 12191998"/>
              <a:gd name="connsiteY190" fmla="*/ 68262 h 851265"/>
              <a:gd name="connsiteX191" fmla="*/ 9932720 w 12191998"/>
              <a:gd name="connsiteY191" fmla="*/ 52387 h 851265"/>
              <a:gd name="connsiteX192" fmla="*/ 9973996 w 12191998"/>
              <a:gd name="connsiteY192" fmla="*/ 36512 h 851265"/>
              <a:gd name="connsiteX193" fmla="*/ 10020032 w 12191998"/>
              <a:gd name="connsiteY193" fmla="*/ 20637 h 851265"/>
              <a:gd name="connsiteX194" fmla="*/ 10072420 w 12191998"/>
              <a:gd name="connsiteY194" fmla="*/ 9525 h 851265"/>
              <a:gd name="connsiteX195" fmla="*/ 10132746 w 12191998"/>
              <a:gd name="connsiteY195" fmla="*/ 3175 h 851265"/>
              <a:gd name="connsiteX196" fmla="*/ 10201008 w 12191998"/>
              <a:gd name="connsiteY196" fmla="*/ 0 h 851265"/>
              <a:gd name="connsiteX197" fmla="*/ 10269270 w 12191998"/>
              <a:gd name="connsiteY197" fmla="*/ 3175 h 851265"/>
              <a:gd name="connsiteX198" fmla="*/ 10329596 w 12191998"/>
              <a:gd name="connsiteY198" fmla="*/ 9525 h 851265"/>
              <a:gd name="connsiteX199" fmla="*/ 10381982 w 12191998"/>
              <a:gd name="connsiteY199" fmla="*/ 20637 h 851265"/>
              <a:gd name="connsiteX200" fmla="*/ 10428020 w 12191998"/>
              <a:gd name="connsiteY200" fmla="*/ 36512 h 851265"/>
              <a:gd name="connsiteX201" fmla="*/ 10469296 w 12191998"/>
              <a:gd name="connsiteY201" fmla="*/ 52387 h 851265"/>
              <a:gd name="connsiteX202" fmla="*/ 10505808 w 12191998"/>
              <a:gd name="connsiteY202" fmla="*/ 68262 h 851265"/>
              <a:gd name="connsiteX203" fmla="*/ 10543908 w 12191998"/>
              <a:gd name="connsiteY203" fmla="*/ 87312 h 851265"/>
              <a:gd name="connsiteX204" fmla="*/ 10582008 w 12191998"/>
              <a:gd name="connsiteY204" fmla="*/ 106362 h 851265"/>
              <a:gd name="connsiteX205" fmla="*/ 10618520 w 12191998"/>
              <a:gd name="connsiteY205" fmla="*/ 125412 h 851265"/>
              <a:gd name="connsiteX206" fmla="*/ 10659796 w 12191998"/>
              <a:gd name="connsiteY206" fmla="*/ 141287 h 851265"/>
              <a:gd name="connsiteX207" fmla="*/ 10705832 w 12191998"/>
              <a:gd name="connsiteY207" fmla="*/ 155575 h 851265"/>
              <a:gd name="connsiteX208" fmla="*/ 10758220 w 12191998"/>
              <a:gd name="connsiteY208" fmla="*/ 166687 h 851265"/>
              <a:gd name="connsiteX209" fmla="*/ 10818546 w 12191998"/>
              <a:gd name="connsiteY209" fmla="*/ 174625 h 851265"/>
              <a:gd name="connsiteX210" fmla="*/ 10886808 w 12191998"/>
              <a:gd name="connsiteY210" fmla="*/ 176212 h 851265"/>
              <a:gd name="connsiteX211" fmla="*/ 10955070 w 12191998"/>
              <a:gd name="connsiteY211" fmla="*/ 174625 h 851265"/>
              <a:gd name="connsiteX212" fmla="*/ 11015396 w 12191998"/>
              <a:gd name="connsiteY212" fmla="*/ 166687 h 851265"/>
              <a:gd name="connsiteX213" fmla="*/ 11067782 w 12191998"/>
              <a:gd name="connsiteY213" fmla="*/ 155575 h 851265"/>
              <a:gd name="connsiteX214" fmla="*/ 11113820 w 12191998"/>
              <a:gd name="connsiteY214" fmla="*/ 141287 h 851265"/>
              <a:gd name="connsiteX215" fmla="*/ 11155096 w 12191998"/>
              <a:gd name="connsiteY215" fmla="*/ 125412 h 851265"/>
              <a:gd name="connsiteX216" fmla="*/ 11191608 w 12191998"/>
              <a:gd name="connsiteY216" fmla="*/ 106362 h 851265"/>
              <a:gd name="connsiteX217" fmla="*/ 11229708 w 12191998"/>
              <a:gd name="connsiteY217" fmla="*/ 87312 h 851265"/>
              <a:gd name="connsiteX218" fmla="*/ 11267808 w 12191998"/>
              <a:gd name="connsiteY218" fmla="*/ 68262 h 851265"/>
              <a:gd name="connsiteX219" fmla="*/ 11304320 w 12191998"/>
              <a:gd name="connsiteY219" fmla="*/ 52387 h 851265"/>
              <a:gd name="connsiteX220" fmla="*/ 11345596 w 12191998"/>
              <a:gd name="connsiteY220" fmla="*/ 36512 h 851265"/>
              <a:gd name="connsiteX221" fmla="*/ 11391632 w 12191998"/>
              <a:gd name="connsiteY221" fmla="*/ 20637 h 851265"/>
              <a:gd name="connsiteX222" fmla="*/ 11444020 w 12191998"/>
              <a:gd name="connsiteY222" fmla="*/ 9525 h 851265"/>
              <a:gd name="connsiteX223" fmla="*/ 11504346 w 12191998"/>
              <a:gd name="connsiteY223" fmla="*/ 3175 h 851265"/>
              <a:gd name="connsiteX224" fmla="*/ 11572608 w 12191998"/>
              <a:gd name="connsiteY224" fmla="*/ 0 h 851265"/>
              <a:gd name="connsiteX225" fmla="*/ 11640870 w 12191998"/>
              <a:gd name="connsiteY225" fmla="*/ 3175 h 851265"/>
              <a:gd name="connsiteX226" fmla="*/ 11701196 w 12191998"/>
              <a:gd name="connsiteY226" fmla="*/ 9525 h 851265"/>
              <a:gd name="connsiteX227" fmla="*/ 11753582 w 12191998"/>
              <a:gd name="connsiteY227" fmla="*/ 20637 h 851265"/>
              <a:gd name="connsiteX228" fmla="*/ 11799620 w 12191998"/>
              <a:gd name="connsiteY228" fmla="*/ 36512 h 851265"/>
              <a:gd name="connsiteX229" fmla="*/ 11840896 w 12191998"/>
              <a:gd name="connsiteY229" fmla="*/ 52387 h 851265"/>
              <a:gd name="connsiteX230" fmla="*/ 11877408 w 12191998"/>
              <a:gd name="connsiteY230" fmla="*/ 68262 h 851265"/>
              <a:gd name="connsiteX231" fmla="*/ 11915508 w 12191998"/>
              <a:gd name="connsiteY231" fmla="*/ 87312 h 851265"/>
              <a:gd name="connsiteX232" fmla="*/ 11953608 w 12191998"/>
              <a:gd name="connsiteY232" fmla="*/ 106362 h 851265"/>
              <a:gd name="connsiteX233" fmla="*/ 11990120 w 12191998"/>
              <a:gd name="connsiteY233" fmla="*/ 125412 h 851265"/>
              <a:gd name="connsiteX234" fmla="*/ 12031396 w 12191998"/>
              <a:gd name="connsiteY234" fmla="*/ 141287 h 851265"/>
              <a:gd name="connsiteX235" fmla="*/ 12077432 w 12191998"/>
              <a:gd name="connsiteY235" fmla="*/ 155575 h 851265"/>
              <a:gd name="connsiteX236" fmla="*/ 12129820 w 12191998"/>
              <a:gd name="connsiteY236" fmla="*/ 166688 h 851265"/>
              <a:gd name="connsiteX237" fmla="*/ 12190146 w 12191998"/>
              <a:gd name="connsiteY237" fmla="*/ 174625 h 851265"/>
              <a:gd name="connsiteX238" fmla="*/ 12191998 w 12191998"/>
              <a:gd name="connsiteY238" fmla="*/ 174668 h 851265"/>
              <a:gd name="connsiteX239" fmla="*/ 12191998 w 12191998"/>
              <a:gd name="connsiteY239" fmla="*/ 851265 h 851265"/>
              <a:gd name="connsiteX240" fmla="*/ 0 w 12191998"/>
              <a:gd name="connsiteY240" fmla="*/ 851265 h 851265"/>
              <a:gd name="connsiteX241" fmla="*/ 0 w 12191998"/>
              <a:gd name="connsiteY241" fmla="*/ 174668 h 851265"/>
              <a:gd name="connsiteX242" fmla="*/ 1852 w 12191998"/>
              <a:gd name="connsiteY242" fmla="*/ 174625 h 851265"/>
              <a:gd name="connsiteX243" fmla="*/ 62177 w 12191998"/>
              <a:gd name="connsiteY243" fmla="*/ 166687 h 851265"/>
              <a:gd name="connsiteX244" fmla="*/ 114564 w 12191998"/>
              <a:gd name="connsiteY244" fmla="*/ 155575 h 851265"/>
              <a:gd name="connsiteX245" fmla="*/ 160602 w 12191998"/>
              <a:gd name="connsiteY245" fmla="*/ 141287 h 851265"/>
              <a:gd name="connsiteX246" fmla="*/ 201877 w 12191998"/>
              <a:gd name="connsiteY246" fmla="*/ 125412 h 851265"/>
              <a:gd name="connsiteX247" fmla="*/ 238389 w 12191998"/>
              <a:gd name="connsiteY247" fmla="*/ 106362 h 851265"/>
              <a:gd name="connsiteX248" fmla="*/ 276489 w 12191998"/>
              <a:gd name="connsiteY248" fmla="*/ 87312 h 851265"/>
              <a:gd name="connsiteX249" fmla="*/ 314589 w 12191998"/>
              <a:gd name="connsiteY249" fmla="*/ 68262 h 851265"/>
              <a:gd name="connsiteX250" fmla="*/ 351102 w 12191998"/>
              <a:gd name="connsiteY250" fmla="*/ 52387 h 851265"/>
              <a:gd name="connsiteX251" fmla="*/ 392377 w 12191998"/>
              <a:gd name="connsiteY251" fmla="*/ 36512 h 851265"/>
              <a:gd name="connsiteX252" fmla="*/ 438414 w 12191998"/>
              <a:gd name="connsiteY252" fmla="*/ 20637 h 851265"/>
              <a:gd name="connsiteX253" fmla="*/ 490802 w 12191998"/>
              <a:gd name="connsiteY253" fmla="*/ 9525 h 851265"/>
              <a:gd name="connsiteX254" fmla="*/ 551127 w 12191998"/>
              <a:gd name="connsiteY254" fmla="*/ 3175 h 851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1998" h="851265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6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2" y="36512"/>
                </a:lnTo>
                <a:lnTo>
                  <a:pt x="5002478" y="52387"/>
                </a:lnTo>
                <a:lnTo>
                  <a:pt x="5038989" y="68262"/>
                </a:lnTo>
                <a:lnTo>
                  <a:pt x="5077091" y="87312"/>
                </a:lnTo>
                <a:lnTo>
                  <a:pt x="5115189" y="106362"/>
                </a:lnTo>
                <a:lnTo>
                  <a:pt x="5151702" y="125412"/>
                </a:lnTo>
                <a:lnTo>
                  <a:pt x="5192978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10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8" y="3175"/>
                </a:lnTo>
                <a:lnTo>
                  <a:pt x="6086210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8" y="174668"/>
                </a:lnTo>
                <a:lnTo>
                  <a:pt x="12191998" y="851265"/>
                </a:lnTo>
                <a:lnTo>
                  <a:pt x="0" y="851265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0B1E9DD-413E-E1DC-7B13-2828B77BBC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7974" y="1215004"/>
            <a:ext cx="12191998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Lack of Hardware Integration: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Many existing systems rely solely on software without physical hardware voting interfaces.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High Resource Demands: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Several systems require expensive cloud infrastructure or high-end PC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Communication Gaps: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 lack of real-time communication between the authentication software and the physical voting hardware.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Cost &amp; Scalability: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Prototypes are often too complex or expensive for small-scale use, such as educational institutions.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35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80D4D6-B06E-4316-8BBC-7A65A10AC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45EF64-BB62-B227-C08C-F153376C0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6" y="738405"/>
            <a:ext cx="3570566" cy="1529307"/>
          </a:xfrm>
        </p:spPr>
        <p:txBody>
          <a:bodyPr anchor="ctr">
            <a:normAutofit/>
          </a:bodyPr>
          <a:lstStyle/>
          <a:p>
            <a:pPr algn="r"/>
            <a:r>
              <a:rPr lang="en-US" sz="3200" dirty="0"/>
              <a:t>Why Our Work is Better?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72A37F-0C2F-473C-9D71-B80AEE71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3796" y="1962397"/>
            <a:ext cx="0" cy="2933206"/>
          </a:xfrm>
          <a:prstGeom prst="line">
            <a:avLst/>
          </a:prstGeom>
          <a:ln w="22225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4016ABB-4F5D-4BFA-9406-7CD61399B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74263" y="440267"/>
            <a:ext cx="6434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24B10D-4887-69F0-81F0-FB6BE80636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55229" y="553739"/>
            <a:ext cx="702068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Hybrid Architecture: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We combined a host PC (for OpenCV processing) with an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Arduino Uno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(for low-cost hardware control).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Real-time USART Link: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Implemented a direct serial link between Python and Arduino to ensure the machine unlocks instantly upon face verification.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Cost Efficiency: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Achieved a secure, biometric solution using standard components (USB camera and Arduino), making it ideal for localized elections.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Replaces the risky PIN-sharing of previous models with unique facial data to ensure physical presence.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webcam with a cable&#10;&#10;AI-generated content may be incorrect.">
            <a:extLst>
              <a:ext uri="{FF2B5EF4-FFF2-40B4-BE49-F238E27FC236}">
                <a16:creationId xmlns:a16="http://schemas.microsoft.com/office/drawing/2014/main" id="{7DE8D61B-15CB-EA5C-141E-BC15B5D98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29" y="2343151"/>
            <a:ext cx="31877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0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1C640-ED9E-1F7F-4BC2-531822C1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210" y="506667"/>
            <a:ext cx="6128836" cy="727958"/>
          </a:xfrm>
        </p:spPr>
        <p:txBody>
          <a:bodyPr>
            <a:normAutofit/>
          </a:bodyPr>
          <a:lstStyle/>
          <a:p>
            <a:r>
              <a:rPr lang="en-US" sz="3200" dirty="0"/>
              <a:t>Experimental Block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496790-BB04-7F73-6F53-DDE87DF3A2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0701" y="1463039"/>
            <a:ext cx="4683223" cy="479406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DA3F13-F5E9-A31D-32AC-F63448D9EA37}"/>
              </a:ext>
            </a:extLst>
          </p:cNvPr>
          <p:cNvSpPr txBox="1"/>
          <p:nvPr/>
        </p:nvSpPr>
        <p:spPr>
          <a:xfrm>
            <a:off x="6805749" y="1463039"/>
            <a:ext cx="42193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The webcam captures the voter’s face and sends the image to the computer.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The Python program processes the image using face recognition algorithms.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The system compares the captured face with stored voter data.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If the voter is authenticated successfully, the computer sends a signal to the Arduino through serial communication.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Arduino activates the voting interface and displays instructions on the LCD screen.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The voter selects a candidate using the voting buttons.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The vote is recorded, and the buzzer confirms successful vote submission.</a:t>
            </a:r>
          </a:p>
        </p:txBody>
      </p:sp>
    </p:spTree>
    <p:extLst>
      <p:ext uri="{BB962C8B-B14F-4D97-AF65-F5344CB8AC3E}">
        <p14:creationId xmlns:p14="http://schemas.microsoft.com/office/powerpoint/2010/main" val="2983593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96E3323-E73B-D631-FBB7-B177A5219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81397"/>
          </a:xfr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txBody>
          <a:bodyPr>
            <a:normAutofit fontScale="90000"/>
          </a:bodyPr>
          <a:lstStyle/>
          <a:p>
            <a:pPr algn="ctr"/>
            <a:r>
              <a:rPr lang="en-BD" dirty="0">
                <a:solidFill>
                  <a:schemeClr val="tx2"/>
                </a:solidFill>
              </a:rPr>
              <a:t>components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9390CC0-B460-DEED-0600-316E08B93C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7687201"/>
              </p:ext>
            </p:extLst>
          </p:nvPr>
        </p:nvGraphicFramePr>
        <p:xfrm>
          <a:off x="1149928" y="1330036"/>
          <a:ext cx="10280072" cy="5311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557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9D1A68-099E-BC27-9CBC-8463E9AD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098" y="477983"/>
            <a:ext cx="7359267" cy="789708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</a:t>
            </a:r>
            <a:r>
              <a:rPr lang="en-BD"/>
              <a:t>xperimental setup</a:t>
            </a:r>
            <a:endParaRPr lang="en-BD" dirty="0"/>
          </a:p>
        </p:txBody>
      </p:sp>
      <p:pic>
        <p:nvPicPr>
          <p:cNvPr id="3" name="Content Placeholder 2" descr="A board with stickers and wires&#10;&#10;AI-generated content may be incorrect.">
            <a:extLst>
              <a:ext uri="{FF2B5EF4-FFF2-40B4-BE49-F238E27FC236}">
                <a16:creationId xmlns:a16="http://schemas.microsoft.com/office/drawing/2014/main" id="{6BEEFE65-521D-15A0-CF5A-9E2B593DD7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69051" y="2119745"/>
            <a:ext cx="4836563" cy="4014347"/>
          </a:xfrm>
        </p:spPr>
      </p:pic>
      <p:pic>
        <p:nvPicPr>
          <p:cNvPr id="12" name="Picture 11" descr="A blue screen with wires and wires&#10;&#10;AI-generated content may be incorrect.">
            <a:extLst>
              <a:ext uri="{FF2B5EF4-FFF2-40B4-BE49-F238E27FC236}">
                <a16:creationId xmlns:a16="http://schemas.microsoft.com/office/drawing/2014/main" id="{BBDBA1A2-DD15-721D-0CEF-1E63DEDC8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443" y="2119745"/>
            <a:ext cx="5352463" cy="401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03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6">
            <a:extLst>
              <a:ext uri="{FF2B5EF4-FFF2-40B4-BE49-F238E27FC236}">
                <a16:creationId xmlns:a16="http://schemas.microsoft.com/office/drawing/2014/main" id="{F1694136-0553-455D-A725-19D12054A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BD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8DD469-D1ED-454C-B2F5-CE035903B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5A0BCE3-5897-45E4-A5B5-42F88EF0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22">
            <a:extLst>
              <a:ext uri="{FF2B5EF4-FFF2-40B4-BE49-F238E27FC236}">
                <a16:creationId xmlns:a16="http://schemas.microsoft.com/office/drawing/2014/main" id="{850910D7-C866-49DA-A742-C0685FE3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4695443" cy="6858000"/>
          </a:xfrm>
          <a:custGeom>
            <a:avLst/>
            <a:gdLst>
              <a:gd name="connsiteX0" fmla="*/ 0 w 4992864"/>
              <a:gd name="connsiteY0" fmla="*/ 0 h 6858000"/>
              <a:gd name="connsiteX1" fmla="*/ 4813476 w 4992864"/>
              <a:gd name="connsiteY1" fmla="*/ 0 h 6858000"/>
              <a:gd name="connsiteX2" fmla="*/ 4818239 w 4992864"/>
              <a:gd name="connsiteY2" fmla="*/ 66675 h 6858000"/>
              <a:gd name="connsiteX3" fmla="*/ 4826176 w 4992864"/>
              <a:gd name="connsiteY3" fmla="*/ 122237 h 6858000"/>
              <a:gd name="connsiteX4" fmla="*/ 4835701 w 4992864"/>
              <a:gd name="connsiteY4" fmla="*/ 174625 h 6858000"/>
              <a:gd name="connsiteX5" fmla="*/ 4851576 w 4992864"/>
              <a:gd name="connsiteY5" fmla="*/ 217487 h 6858000"/>
              <a:gd name="connsiteX6" fmla="*/ 4867451 w 4992864"/>
              <a:gd name="connsiteY6" fmla="*/ 260350 h 6858000"/>
              <a:gd name="connsiteX7" fmla="*/ 4886501 w 4992864"/>
              <a:gd name="connsiteY7" fmla="*/ 296862 h 6858000"/>
              <a:gd name="connsiteX8" fmla="*/ 4905551 w 4992864"/>
              <a:gd name="connsiteY8" fmla="*/ 334962 h 6858000"/>
              <a:gd name="connsiteX9" fmla="*/ 4923014 w 4992864"/>
              <a:gd name="connsiteY9" fmla="*/ 369887 h 6858000"/>
              <a:gd name="connsiteX10" fmla="*/ 4940476 w 4992864"/>
              <a:gd name="connsiteY10" fmla="*/ 409575 h 6858000"/>
              <a:gd name="connsiteX11" fmla="*/ 4956351 w 4992864"/>
              <a:gd name="connsiteY11" fmla="*/ 450850 h 6858000"/>
              <a:gd name="connsiteX12" fmla="*/ 4970639 w 4992864"/>
              <a:gd name="connsiteY12" fmla="*/ 496887 h 6858000"/>
              <a:gd name="connsiteX13" fmla="*/ 4981751 w 4992864"/>
              <a:gd name="connsiteY13" fmla="*/ 546100 h 6858000"/>
              <a:gd name="connsiteX14" fmla="*/ 4989689 w 4992864"/>
              <a:gd name="connsiteY14" fmla="*/ 606425 h 6858000"/>
              <a:gd name="connsiteX15" fmla="*/ 4992864 w 4992864"/>
              <a:gd name="connsiteY15" fmla="*/ 673100 h 6858000"/>
              <a:gd name="connsiteX16" fmla="*/ 4989689 w 4992864"/>
              <a:gd name="connsiteY16" fmla="*/ 744537 h 6858000"/>
              <a:gd name="connsiteX17" fmla="*/ 4981751 w 4992864"/>
              <a:gd name="connsiteY17" fmla="*/ 801687 h 6858000"/>
              <a:gd name="connsiteX18" fmla="*/ 4970639 w 4992864"/>
              <a:gd name="connsiteY18" fmla="*/ 854075 h 6858000"/>
              <a:gd name="connsiteX19" fmla="*/ 4956351 w 4992864"/>
              <a:gd name="connsiteY19" fmla="*/ 901700 h 6858000"/>
              <a:gd name="connsiteX20" fmla="*/ 4940476 w 4992864"/>
              <a:gd name="connsiteY20" fmla="*/ 942975 h 6858000"/>
              <a:gd name="connsiteX21" fmla="*/ 4921426 w 4992864"/>
              <a:gd name="connsiteY21" fmla="*/ 981075 h 6858000"/>
              <a:gd name="connsiteX22" fmla="*/ 4902376 w 4992864"/>
              <a:gd name="connsiteY22" fmla="*/ 1017587 h 6858000"/>
              <a:gd name="connsiteX23" fmla="*/ 4883326 w 4992864"/>
              <a:gd name="connsiteY23" fmla="*/ 1055687 h 6858000"/>
              <a:gd name="connsiteX24" fmla="*/ 4865864 w 4992864"/>
              <a:gd name="connsiteY24" fmla="*/ 1095375 h 6858000"/>
              <a:gd name="connsiteX25" fmla="*/ 4848401 w 4992864"/>
              <a:gd name="connsiteY25" fmla="*/ 1136650 h 6858000"/>
              <a:gd name="connsiteX26" fmla="*/ 4834114 w 4992864"/>
              <a:gd name="connsiteY26" fmla="*/ 1182687 h 6858000"/>
              <a:gd name="connsiteX27" fmla="*/ 4824589 w 4992864"/>
              <a:gd name="connsiteY27" fmla="*/ 1235075 h 6858000"/>
              <a:gd name="connsiteX28" fmla="*/ 4815064 w 4992864"/>
              <a:gd name="connsiteY28" fmla="*/ 1295400 h 6858000"/>
              <a:gd name="connsiteX29" fmla="*/ 4813476 w 4992864"/>
              <a:gd name="connsiteY29" fmla="*/ 1363662 h 6858000"/>
              <a:gd name="connsiteX30" fmla="*/ 4815064 w 4992864"/>
              <a:gd name="connsiteY30" fmla="*/ 1431925 h 6858000"/>
              <a:gd name="connsiteX31" fmla="*/ 4824589 w 4992864"/>
              <a:gd name="connsiteY31" fmla="*/ 1492250 h 6858000"/>
              <a:gd name="connsiteX32" fmla="*/ 4834114 w 4992864"/>
              <a:gd name="connsiteY32" fmla="*/ 1544637 h 6858000"/>
              <a:gd name="connsiteX33" fmla="*/ 4848401 w 4992864"/>
              <a:gd name="connsiteY33" fmla="*/ 1589087 h 6858000"/>
              <a:gd name="connsiteX34" fmla="*/ 4865864 w 4992864"/>
              <a:gd name="connsiteY34" fmla="*/ 1631950 h 6858000"/>
              <a:gd name="connsiteX35" fmla="*/ 4883326 w 4992864"/>
              <a:gd name="connsiteY35" fmla="*/ 1671637 h 6858000"/>
              <a:gd name="connsiteX36" fmla="*/ 4902376 w 4992864"/>
              <a:gd name="connsiteY36" fmla="*/ 1708150 h 6858000"/>
              <a:gd name="connsiteX37" fmla="*/ 4921426 w 4992864"/>
              <a:gd name="connsiteY37" fmla="*/ 1743075 h 6858000"/>
              <a:gd name="connsiteX38" fmla="*/ 4940476 w 4992864"/>
              <a:gd name="connsiteY38" fmla="*/ 1782762 h 6858000"/>
              <a:gd name="connsiteX39" fmla="*/ 4956351 w 4992864"/>
              <a:gd name="connsiteY39" fmla="*/ 1824037 h 6858000"/>
              <a:gd name="connsiteX40" fmla="*/ 4970639 w 4992864"/>
              <a:gd name="connsiteY40" fmla="*/ 1870075 h 6858000"/>
              <a:gd name="connsiteX41" fmla="*/ 4981751 w 4992864"/>
              <a:gd name="connsiteY41" fmla="*/ 1922462 h 6858000"/>
              <a:gd name="connsiteX42" fmla="*/ 4989689 w 4992864"/>
              <a:gd name="connsiteY42" fmla="*/ 1982787 h 6858000"/>
              <a:gd name="connsiteX43" fmla="*/ 4992864 w 4992864"/>
              <a:gd name="connsiteY43" fmla="*/ 2051050 h 6858000"/>
              <a:gd name="connsiteX44" fmla="*/ 4989689 w 4992864"/>
              <a:gd name="connsiteY44" fmla="*/ 2119312 h 6858000"/>
              <a:gd name="connsiteX45" fmla="*/ 4981751 w 4992864"/>
              <a:gd name="connsiteY45" fmla="*/ 2179637 h 6858000"/>
              <a:gd name="connsiteX46" fmla="*/ 4970639 w 4992864"/>
              <a:gd name="connsiteY46" fmla="*/ 2232025 h 6858000"/>
              <a:gd name="connsiteX47" fmla="*/ 4956351 w 4992864"/>
              <a:gd name="connsiteY47" fmla="*/ 2278062 h 6858000"/>
              <a:gd name="connsiteX48" fmla="*/ 4940476 w 4992864"/>
              <a:gd name="connsiteY48" fmla="*/ 2319337 h 6858000"/>
              <a:gd name="connsiteX49" fmla="*/ 4921426 w 4992864"/>
              <a:gd name="connsiteY49" fmla="*/ 2359025 h 6858000"/>
              <a:gd name="connsiteX50" fmla="*/ 4902376 w 4992864"/>
              <a:gd name="connsiteY50" fmla="*/ 2395537 h 6858000"/>
              <a:gd name="connsiteX51" fmla="*/ 4883326 w 4992864"/>
              <a:gd name="connsiteY51" fmla="*/ 2433637 h 6858000"/>
              <a:gd name="connsiteX52" fmla="*/ 4865864 w 4992864"/>
              <a:gd name="connsiteY52" fmla="*/ 2471737 h 6858000"/>
              <a:gd name="connsiteX53" fmla="*/ 4848401 w 4992864"/>
              <a:gd name="connsiteY53" fmla="*/ 2513012 h 6858000"/>
              <a:gd name="connsiteX54" fmla="*/ 4834114 w 4992864"/>
              <a:gd name="connsiteY54" fmla="*/ 2560637 h 6858000"/>
              <a:gd name="connsiteX55" fmla="*/ 4824589 w 4992864"/>
              <a:gd name="connsiteY55" fmla="*/ 2613025 h 6858000"/>
              <a:gd name="connsiteX56" fmla="*/ 4815064 w 4992864"/>
              <a:gd name="connsiteY56" fmla="*/ 2671762 h 6858000"/>
              <a:gd name="connsiteX57" fmla="*/ 4813476 w 4992864"/>
              <a:gd name="connsiteY57" fmla="*/ 2741612 h 6858000"/>
              <a:gd name="connsiteX58" fmla="*/ 4815064 w 4992864"/>
              <a:gd name="connsiteY58" fmla="*/ 2809875 h 6858000"/>
              <a:gd name="connsiteX59" fmla="*/ 4824589 w 4992864"/>
              <a:gd name="connsiteY59" fmla="*/ 2868612 h 6858000"/>
              <a:gd name="connsiteX60" fmla="*/ 4834114 w 4992864"/>
              <a:gd name="connsiteY60" fmla="*/ 2922587 h 6858000"/>
              <a:gd name="connsiteX61" fmla="*/ 4848401 w 4992864"/>
              <a:gd name="connsiteY61" fmla="*/ 2967037 h 6858000"/>
              <a:gd name="connsiteX62" fmla="*/ 4865864 w 4992864"/>
              <a:gd name="connsiteY62" fmla="*/ 3009900 h 6858000"/>
              <a:gd name="connsiteX63" fmla="*/ 4883326 w 4992864"/>
              <a:gd name="connsiteY63" fmla="*/ 3046412 h 6858000"/>
              <a:gd name="connsiteX64" fmla="*/ 4902376 w 4992864"/>
              <a:gd name="connsiteY64" fmla="*/ 3084512 h 6858000"/>
              <a:gd name="connsiteX65" fmla="*/ 4921426 w 4992864"/>
              <a:gd name="connsiteY65" fmla="*/ 3121025 h 6858000"/>
              <a:gd name="connsiteX66" fmla="*/ 4940476 w 4992864"/>
              <a:gd name="connsiteY66" fmla="*/ 3160712 h 6858000"/>
              <a:gd name="connsiteX67" fmla="*/ 4956351 w 4992864"/>
              <a:gd name="connsiteY67" fmla="*/ 3201987 h 6858000"/>
              <a:gd name="connsiteX68" fmla="*/ 4970639 w 4992864"/>
              <a:gd name="connsiteY68" fmla="*/ 3248025 h 6858000"/>
              <a:gd name="connsiteX69" fmla="*/ 4981751 w 4992864"/>
              <a:gd name="connsiteY69" fmla="*/ 3300412 h 6858000"/>
              <a:gd name="connsiteX70" fmla="*/ 4989689 w 4992864"/>
              <a:gd name="connsiteY70" fmla="*/ 3360737 h 6858000"/>
              <a:gd name="connsiteX71" fmla="*/ 4992864 w 4992864"/>
              <a:gd name="connsiteY71" fmla="*/ 3427412 h 6858000"/>
              <a:gd name="connsiteX72" fmla="*/ 4989689 w 4992864"/>
              <a:gd name="connsiteY72" fmla="*/ 3497262 h 6858000"/>
              <a:gd name="connsiteX73" fmla="*/ 4981751 w 4992864"/>
              <a:gd name="connsiteY73" fmla="*/ 3557587 h 6858000"/>
              <a:gd name="connsiteX74" fmla="*/ 4970639 w 4992864"/>
              <a:gd name="connsiteY74" fmla="*/ 3609975 h 6858000"/>
              <a:gd name="connsiteX75" fmla="*/ 4956351 w 4992864"/>
              <a:gd name="connsiteY75" fmla="*/ 3656012 h 6858000"/>
              <a:gd name="connsiteX76" fmla="*/ 4940476 w 4992864"/>
              <a:gd name="connsiteY76" fmla="*/ 3697287 h 6858000"/>
              <a:gd name="connsiteX77" fmla="*/ 4921426 w 4992864"/>
              <a:gd name="connsiteY77" fmla="*/ 3736975 h 6858000"/>
              <a:gd name="connsiteX78" fmla="*/ 4883326 w 4992864"/>
              <a:gd name="connsiteY78" fmla="*/ 3811587 h 6858000"/>
              <a:gd name="connsiteX79" fmla="*/ 4865864 w 4992864"/>
              <a:gd name="connsiteY79" fmla="*/ 3848100 h 6858000"/>
              <a:gd name="connsiteX80" fmla="*/ 4848401 w 4992864"/>
              <a:gd name="connsiteY80" fmla="*/ 3890962 h 6858000"/>
              <a:gd name="connsiteX81" fmla="*/ 4834114 w 4992864"/>
              <a:gd name="connsiteY81" fmla="*/ 3935412 h 6858000"/>
              <a:gd name="connsiteX82" fmla="*/ 4824589 w 4992864"/>
              <a:gd name="connsiteY82" fmla="*/ 3987800 h 6858000"/>
              <a:gd name="connsiteX83" fmla="*/ 4815064 w 4992864"/>
              <a:gd name="connsiteY83" fmla="*/ 4048125 h 6858000"/>
              <a:gd name="connsiteX84" fmla="*/ 4813476 w 4992864"/>
              <a:gd name="connsiteY84" fmla="*/ 4116387 h 6858000"/>
              <a:gd name="connsiteX85" fmla="*/ 4815064 w 4992864"/>
              <a:gd name="connsiteY85" fmla="*/ 4186237 h 6858000"/>
              <a:gd name="connsiteX86" fmla="*/ 4824589 w 4992864"/>
              <a:gd name="connsiteY86" fmla="*/ 4244975 h 6858000"/>
              <a:gd name="connsiteX87" fmla="*/ 4834114 w 4992864"/>
              <a:gd name="connsiteY87" fmla="*/ 4297362 h 6858000"/>
              <a:gd name="connsiteX88" fmla="*/ 4848401 w 4992864"/>
              <a:gd name="connsiteY88" fmla="*/ 4343400 h 6858000"/>
              <a:gd name="connsiteX89" fmla="*/ 4865864 w 4992864"/>
              <a:gd name="connsiteY89" fmla="*/ 4386262 h 6858000"/>
              <a:gd name="connsiteX90" fmla="*/ 4883326 w 4992864"/>
              <a:gd name="connsiteY90" fmla="*/ 4424362 h 6858000"/>
              <a:gd name="connsiteX91" fmla="*/ 4921426 w 4992864"/>
              <a:gd name="connsiteY91" fmla="*/ 4498975 h 6858000"/>
              <a:gd name="connsiteX92" fmla="*/ 4940476 w 4992864"/>
              <a:gd name="connsiteY92" fmla="*/ 4537075 h 6858000"/>
              <a:gd name="connsiteX93" fmla="*/ 4956351 w 4992864"/>
              <a:gd name="connsiteY93" fmla="*/ 4579937 h 6858000"/>
              <a:gd name="connsiteX94" fmla="*/ 4970639 w 4992864"/>
              <a:gd name="connsiteY94" fmla="*/ 4625975 h 6858000"/>
              <a:gd name="connsiteX95" fmla="*/ 4981751 w 4992864"/>
              <a:gd name="connsiteY95" fmla="*/ 4678362 h 6858000"/>
              <a:gd name="connsiteX96" fmla="*/ 4989689 w 4992864"/>
              <a:gd name="connsiteY96" fmla="*/ 4738687 h 6858000"/>
              <a:gd name="connsiteX97" fmla="*/ 4992864 w 4992864"/>
              <a:gd name="connsiteY97" fmla="*/ 4806950 h 6858000"/>
              <a:gd name="connsiteX98" fmla="*/ 4989689 w 4992864"/>
              <a:gd name="connsiteY98" fmla="*/ 4875212 h 6858000"/>
              <a:gd name="connsiteX99" fmla="*/ 4981751 w 4992864"/>
              <a:gd name="connsiteY99" fmla="*/ 4935537 h 6858000"/>
              <a:gd name="connsiteX100" fmla="*/ 4970639 w 4992864"/>
              <a:gd name="connsiteY100" fmla="*/ 4987925 h 6858000"/>
              <a:gd name="connsiteX101" fmla="*/ 4956351 w 4992864"/>
              <a:gd name="connsiteY101" fmla="*/ 5033962 h 6858000"/>
              <a:gd name="connsiteX102" fmla="*/ 4940476 w 4992864"/>
              <a:gd name="connsiteY102" fmla="*/ 5075237 h 6858000"/>
              <a:gd name="connsiteX103" fmla="*/ 4921426 w 4992864"/>
              <a:gd name="connsiteY103" fmla="*/ 5114925 h 6858000"/>
              <a:gd name="connsiteX104" fmla="*/ 4902376 w 4992864"/>
              <a:gd name="connsiteY104" fmla="*/ 5149850 h 6858000"/>
              <a:gd name="connsiteX105" fmla="*/ 4883326 w 4992864"/>
              <a:gd name="connsiteY105" fmla="*/ 5186362 h 6858000"/>
              <a:gd name="connsiteX106" fmla="*/ 4865864 w 4992864"/>
              <a:gd name="connsiteY106" fmla="*/ 5226050 h 6858000"/>
              <a:gd name="connsiteX107" fmla="*/ 4848401 w 4992864"/>
              <a:gd name="connsiteY107" fmla="*/ 5268912 h 6858000"/>
              <a:gd name="connsiteX108" fmla="*/ 4834114 w 4992864"/>
              <a:gd name="connsiteY108" fmla="*/ 5313362 h 6858000"/>
              <a:gd name="connsiteX109" fmla="*/ 4824589 w 4992864"/>
              <a:gd name="connsiteY109" fmla="*/ 5365750 h 6858000"/>
              <a:gd name="connsiteX110" fmla="*/ 4815064 w 4992864"/>
              <a:gd name="connsiteY110" fmla="*/ 5426075 h 6858000"/>
              <a:gd name="connsiteX111" fmla="*/ 4813476 w 4992864"/>
              <a:gd name="connsiteY111" fmla="*/ 5494337 h 6858000"/>
              <a:gd name="connsiteX112" fmla="*/ 4815064 w 4992864"/>
              <a:gd name="connsiteY112" fmla="*/ 5562600 h 6858000"/>
              <a:gd name="connsiteX113" fmla="*/ 4824589 w 4992864"/>
              <a:gd name="connsiteY113" fmla="*/ 5622925 h 6858000"/>
              <a:gd name="connsiteX114" fmla="*/ 4834114 w 4992864"/>
              <a:gd name="connsiteY114" fmla="*/ 5675312 h 6858000"/>
              <a:gd name="connsiteX115" fmla="*/ 4848401 w 4992864"/>
              <a:gd name="connsiteY115" fmla="*/ 5721350 h 6858000"/>
              <a:gd name="connsiteX116" fmla="*/ 4865864 w 4992864"/>
              <a:gd name="connsiteY116" fmla="*/ 5762625 h 6858000"/>
              <a:gd name="connsiteX117" fmla="*/ 4883326 w 4992864"/>
              <a:gd name="connsiteY117" fmla="*/ 5802312 h 6858000"/>
              <a:gd name="connsiteX118" fmla="*/ 4902376 w 4992864"/>
              <a:gd name="connsiteY118" fmla="*/ 5840412 h 6858000"/>
              <a:gd name="connsiteX119" fmla="*/ 4921426 w 4992864"/>
              <a:gd name="connsiteY119" fmla="*/ 5876925 h 6858000"/>
              <a:gd name="connsiteX120" fmla="*/ 4940476 w 4992864"/>
              <a:gd name="connsiteY120" fmla="*/ 5915025 h 6858000"/>
              <a:gd name="connsiteX121" fmla="*/ 4956351 w 4992864"/>
              <a:gd name="connsiteY121" fmla="*/ 5956300 h 6858000"/>
              <a:gd name="connsiteX122" fmla="*/ 4970639 w 4992864"/>
              <a:gd name="connsiteY122" fmla="*/ 6003925 h 6858000"/>
              <a:gd name="connsiteX123" fmla="*/ 4981751 w 4992864"/>
              <a:gd name="connsiteY123" fmla="*/ 6056312 h 6858000"/>
              <a:gd name="connsiteX124" fmla="*/ 4989689 w 4992864"/>
              <a:gd name="connsiteY124" fmla="*/ 6113462 h 6858000"/>
              <a:gd name="connsiteX125" fmla="*/ 4992864 w 4992864"/>
              <a:gd name="connsiteY125" fmla="*/ 6183312 h 6858000"/>
              <a:gd name="connsiteX126" fmla="*/ 4989689 w 4992864"/>
              <a:gd name="connsiteY126" fmla="*/ 6251575 h 6858000"/>
              <a:gd name="connsiteX127" fmla="*/ 4981751 w 4992864"/>
              <a:gd name="connsiteY127" fmla="*/ 6311900 h 6858000"/>
              <a:gd name="connsiteX128" fmla="*/ 4970639 w 4992864"/>
              <a:gd name="connsiteY128" fmla="*/ 6361112 h 6858000"/>
              <a:gd name="connsiteX129" fmla="*/ 4956351 w 4992864"/>
              <a:gd name="connsiteY129" fmla="*/ 6407150 h 6858000"/>
              <a:gd name="connsiteX130" fmla="*/ 4940476 w 4992864"/>
              <a:gd name="connsiteY130" fmla="*/ 6448425 h 6858000"/>
              <a:gd name="connsiteX131" fmla="*/ 4923014 w 4992864"/>
              <a:gd name="connsiteY131" fmla="*/ 6488112 h 6858000"/>
              <a:gd name="connsiteX132" fmla="*/ 4905551 w 4992864"/>
              <a:gd name="connsiteY132" fmla="*/ 6523037 h 6858000"/>
              <a:gd name="connsiteX133" fmla="*/ 4886501 w 4992864"/>
              <a:gd name="connsiteY133" fmla="*/ 6561137 h 6858000"/>
              <a:gd name="connsiteX134" fmla="*/ 4867451 w 4992864"/>
              <a:gd name="connsiteY134" fmla="*/ 6597650 h 6858000"/>
              <a:gd name="connsiteX135" fmla="*/ 4851576 w 4992864"/>
              <a:gd name="connsiteY135" fmla="*/ 6640512 h 6858000"/>
              <a:gd name="connsiteX136" fmla="*/ 4835701 w 4992864"/>
              <a:gd name="connsiteY136" fmla="*/ 6683375 h 6858000"/>
              <a:gd name="connsiteX137" fmla="*/ 4826176 w 4992864"/>
              <a:gd name="connsiteY137" fmla="*/ 6735762 h 6858000"/>
              <a:gd name="connsiteX138" fmla="*/ 4818239 w 4992864"/>
              <a:gd name="connsiteY138" fmla="*/ 6791325 h 6858000"/>
              <a:gd name="connsiteX139" fmla="*/ 4813476 w 4992864"/>
              <a:gd name="connsiteY139" fmla="*/ 6858000 h 6858000"/>
              <a:gd name="connsiteX140" fmla="*/ 0 w 499286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992864" h="6858000">
                <a:moveTo>
                  <a:pt x="0" y="0"/>
                </a:moveTo>
                <a:lnTo>
                  <a:pt x="4813476" y="0"/>
                </a:lnTo>
                <a:lnTo>
                  <a:pt x="4818239" y="66675"/>
                </a:lnTo>
                <a:lnTo>
                  <a:pt x="4826176" y="122237"/>
                </a:lnTo>
                <a:lnTo>
                  <a:pt x="4835701" y="174625"/>
                </a:lnTo>
                <a:lnTo>
                  <a:pt x="4851576" y="217487"/>
                </a:lnTo>
                <a:lnTo>
                  <a:pt x="4867451" y="260350"/>
                </a:lnTo>
                <a:lnTo>
                  <a:pt x="4886501" y="296862"/>
                </a:lnTo>
                <a:lnTo>
                  <a:pt x="4905551" y="334962"/>
                </a:lnTo>
                <a:lnTo>
                  <a:pt x="4923014" y="369887"/>
                </a:lnTo>
                <a:lnTo>
                  <a:pt x="4940476" y="409575"/>
                </a:lnTo>
                <a:lnTo>
                  <a:pt x="4956351" y="450850"/>
                </a:lnTo>
                <a:lnTo>
                  <a:pt x="4970639" y="496887"/>
                </a:lnTo>
                <a:lnTo>
                  <a:pt x="4981751" y="546100"/>
                </a:lnTo>
                <a:lnTo>
                  <a:pt x="4989689" y="606425"/>
                </a:lnTo>
                <a:lnTo>
                  <a:pt x="4992864" y="673100"/>
                </a:lnTo>
                <a:lnTo>
                  <a:pt x="4989689" y="744537"/>
                </a:lnTo>
                <a:lnTo>
                  <a:pt x="4981751" y="801687"/>
                </a:lnTo>
                <a:lnTo>
                  <a:pt x="4970639" y="854075"/>
                </a:lnTo>
                <a:lnTo>
                  <a:pt x="4956351" y="901700"/>
                </a:lnTo>
                <a:lnTo>
                  <a:pt x="4940476" y="942975"/>
                </a:lnTo>
                <a:lnTo>
                  <a:pt x="4921426" y="981075"/>
                </a:lnTo>
                <a:lnTo>
                  <a:pt x="4902376" y="1017587"/>
                </a:lnTo>
                <a:lnTo>
                  <a:pt x="4883326" y="1055687"/>
                </a:lnTo>
                <a:lnTo>
                  <a:pt x="4865864" y="1095375"/>
                </a:lnTo>
                <a:lnTo>
                  <a:pt x="4848401" y="1136650"/>
                </a:lnTo>
                <a:lnTo>
                  <a:pt x="4834114" y="1182687"/>
                </a:lnTo>
                <a:lnTo>
                  <a:pt x="4824589" y="1235075"/>
                </a:lnTo>
                <a:lnTo>
                  <a:pt x="4815064" y="1295400"/>
                </a:lnTo>
                <a:lnTo>
                  <a:pt x="4813476" y="1363662"/>
                </a:lnTo>
                <a:lnTo>
                  <a:pt x="4815064" y="1431925"/>
                </a:lnTo>
                <a:lnTo>
                  <a:pt x="4824589" y="1492250"/>
                </a:lnTo>
                <a:lnTo>
                  <a:pt x="4834114" y="1544637"/>
                </a:lnTo>
                <a:lnTo>
                  <a:pt x="4848401" y="1589087"/>
                </a:lnTo>
                <a:lnTo>
                  <a:pt x="4865864" y="1631950"/>
                </a:lnTo>
                <a:lnTo>
                  <a:pt x="4883326" y="1671637"/>
                </a:lnTo>
                <a:lnTo>
                  <a:pt x="4902376" y="1708150"/>
                </a:lnTo>
                <a:lnTo>
                  <a:pt x="4921426" y="1743075"/>
                </a:lnTo>
                <a:lnTo>
                  <a:pt x="4940476" y="1782762"/>
                </a:lnTo>
                <a:lnTo>
                  <a:pt x="4956351" y="1824037"/>
                </a:lnTo>
                <a:lnTo>
                  <a:pt x="4970639" y="1870075"/>
                </a:lnTo>
                <a:lnTo>
                  <a:pt x="4981751" y="1922462"/>
                </a:lnTo>
                <a:lnTo>
                  <a:pt x="4989689" y="1982787"/>
                </a:lnTo>
                <a:lnTo>
                  <a:pt x="4992864" y="2051050"/>
                </a:lnTo>
                <a:lnTo>
                  <a:pt x="4989689" y="2119312"/>
                </a:lnTo>
                <a:lnTo>
                  <a:pt x="4981751" y="2179637"/>
                </a:lnTo>
                <a:lnTo>
                  <a:pt x="4970639" y="2232025"/>
                </a:lnTo>
                <a:lnTo>
                  <a:pt x="4956351" y="2278062"/>
                </a:lnTo>
                <a:lnTo>
                  <a:pt x="4940476" y="2319337"/>
                </a:lnTo>
                <a:lnTo>
                  <a:pt x="4921426" y="2359025"/>
                </a:lnTo>
                <a:lnTo>
                  <a:pt x="4902376" y="2395537"/>
                </a:lnTo>
                <a:lnTo>
                  <a:pt x="4883326" y="2433637"/>
                </a:lnTo>
                <a:lnTo>
                  <a:pt x="4865864" y="2471737"/>
                </a:lnTo>
                <a:lnTo>
                  <a:pt x="4848401" y="2513012"/>
                </a:lnTo>
                <a:lnTo>
                  <a:pt x="4834114" y="2560637"/>
                </a:lnTo>
                <a:lnTo>
                  <a:pt x="4824589" y="2613025"/>
                </a:lnTo>
                <a:lnTo>
                  <a:pt x="4815064" y="2671762"/>
                </a:lnTo>
                <a:lnTo>
                  <a:pt x="4813476" y="2741612"/>
                </a:lnTo>
                <a:lnTo>
                  <a:pt x="4815064" y="2809875"/>
                </a:lnTo>
                <a:lnTo>
                  <a:pt x="4824589" y="2868612"/>
                </a:lnTo>
                <a:lnTo>
                  <a:pt x="4834114" y="2922587"/>
                </a:lnTo>
                <a:lnTo>
                  <a:pt x="4848401" y="2967037"/>
                </a:lnTo>
                <a:lnTo>
                  <a:pt x="4865864" y="3009900"/>
                </a:lnTo>
                <a:lnTo>
                  <a:pt x="4883326" y="3046412"/>
                </a:lnTo>
                <a:lnTo>
                  <a:pt x="4902376" y="3084512"/>
                </a:lnTo>
                <a:lnTo>
                  <a:pt x="4921426" y="3121025"/>
                </a:lnTo>
                <a:lnTo>
                  <a:pt x="4940476" y="3160712"/>
                </a:lnTo>
                <a:lnTo>
                  <a:pt x="4956351" y="3201987"/>
                </a:lnTo>
                <a:lnTo>
                  <a:pt x="4970639" y="3248025"/>
                </a:lnTo>
                <a:lnTo>
                  <a:pt x="4981751" y="3300412"/>
                </a:lnTo>
                <a:lnTo>
                  <a:pt x="4989689" y="3360737"/>
                </a:lnTo>
                <a:lnTo>
                  <a:pt x="4992864" y="3427412"/>
                </a:lnTo>
                <a:lnTo>
                  <a:pt x="4989689" y="3497262"/>
                </a:lnTo>
                <a:lnTo>
                  <a:pt x="4981751" y="3557587"/>
                </a:lnTo>
                <a:lnTo>
                  <a:pt x="4970639" y="3609975"/>
                </a:lnTo>
                <a:lnTo>
                  <a:pt x="4956351" y="3656012"/>
                </a:lnTo>
                <a:lnTo>
                  <a:pt x="4940476" y="3697287"/>
                </a:lnTo>
                <a:lnTo>
                  <a:pt x="4921426" y="3736975"/>
                </a:lnTo>
                <a:lnTo>
                  <a:pt x="4883326" y="3811587"/>
                </a:lnTo>
                <a:lnTo>
                  <a:pt x="4865864" y="3848100"/>
                </a:lnTo>
                <a:lnTo>
                  <a:pt x="4848401" y="3890962"/>
                </a:lnTo>
                <a:lnTo>
                  <a:pt x="4834114" y="3935412"/>
                </a:lnTo>
                <a:lnTo>
                  <a:pt x="4824589" y="3987800"/>
                </a:lnTo>
                <a:lnTo>
                  <a:pt x="4815064" y="4048125"/>
                </a:lnTo>
                <a:lnTo>
                  <a:pt x="4813476" y="4116387"/>
                </a:lnTo>
                <a:lnTo>
                  <a:pt x="4815064" y="4186237"/>
                </a:lnTo>
                <a:lnTo>
                  <a:pt x="4824589" y="4244975"/>
                </a:lnTo>
                <a:lnTo>
                  <a:pt x="4834114" y="4297362"/>
                </a:lnTo>
                <a:lnTo>
                  <a:pt x="4848401" y="4343400"/>
                </a:lnTo>
                <a:lnTo>
                  <a:pt x="4865864" y="4386262"/>
                </a:lnTo>
                <a:lnTo>
                  <a:pt x="4883326" y="4424362"/>
                </a:lnTo>
                <a:lnTo>
                  <a:pt x="4921426" y="4498975"/>
                </a:lnTo>
                <a:lnTo>
                  <a:pt x="4940476" y="4537075"/>
                </a:lnTo>
                <a:lnTo>
                  <a:pt x="4956351" y="4579937"/>
                </a:lnTo>
                <a:lnTo>
                  <a:pt x="4970639" y="4625975"/>
                </a:lnTo>
                <a:lnTo>
                  <a:pt x="4981751" y="4678362"/>
                </a:lnTo>
                <a:lnTo>
                  <a:pt x="4989689" y="4738687"/>
                </a:lnTo>
                <a:lnTo>
                  <a:pt x="4992864" y="4806950"/>
                </a:lnTo>
                <a:lnTo>
                  <a:pt x="4989689" y="4875212"/>
                </a:lnTo>
                <a:lnTo>
                  <a:pt x="4981751" y="4935537"/>
                </a:lnTo>
                <a:lnTo>
                  <a:pt x="4970639" y="4987925"/>
                </a:lnTo>
                <a:lnTo>
                  <a:pt x="4956351" y="5033962"/>
                </a:lnTo>
                <a:lnTo>
                  <a:pt x="4940476" y="5075237"/>
                </a:lnTo>
                <a:lnTo>
                  <a:pt x="4921426" y="5114925"/>
                </a:lnTo>
                <a:lnTo>
                  <a:pt x="4902376" y="5149850"/>
                </a:lnTo>
                <a:lnTo>
                  <a:pt x="4883326" y="5186362"/>
                </a:lnTo>
                <a:lnTo>
                  <a:pt x="4865864" y="5226050"/>
                </a:lnTo>
                <a:lnTo>
                  <a:pt x="4848401" y="5268912"/>
                </a:lnTo>
                <a:lnTo>
                  <a:pt x="4834114" y="5313362"/>
                </a:lnTo>
                <a:lnTo>
                  <a:pt x="4824589" y="5365750"/>
                </a:lnTo>
                <a:lnTo>
                  <a:pt x="4815064" y="5426075"/>
                </a:lnTo>
                <a:lnTo>
                  <a:pt x="4813476" y="5494337"/>
                </a:lnTo>
                <a:lnTo>
                  <a:pt x="4815064" y="5562600"/>
                </a:lnTo>
                <a:lnTo>
                  <a:pt x="4824589" y="5622925"/>
                </a:lnTo>
                <a:lnTo>
                  <a:pt x="4834114" y="5675312"/>
                </a:lnTo>
                <a:lnTo>
                  <a:pt x="4848401" y="5721350"/>
                </a:lnTo>
                <a:lnTo>
                  <a:pt x="4865864" y="5762625"/>
                </a:lnTo>
                <a:lnTo>
                  <a:pt x="4883326" y="5802312"/>
                </a:lnTo>
                <a:lnTo>
                  <a:pt x="4902376" y="5840412"/>
                </a:lnTo>
                <a:lnTo>
                  <a:pt x="4921426" y="5876925"/>
                </a:lnTo>
                <a:lnTo>
                  <a:pt x="4940476" y="5915025"/>
                </a:lnTo>
                <a:lnTo>
                  <a:pt x="4956351" y="5956300"/>
                </a:lnTo>
                <a:lnTo>
                  <a:pt x="4970639" y="6003925"/>
                </a:lnTo>
                <a:lnTo>
                  <a:pt x="4981751" y="6056312"/>
                </a:lnTo>
                <a:lnTo>
                  <a:pt x="4989689" y="6113462"/>
                </a:lnTo>
                <a:lnTo>
                  <a:pt x="4992864" y="6183312"/>
                </a:lnTo>
                <a:lnTo>
                  <a:pt x="4989689" y="6251575"/>
                </a:lnTo>
                <a:lnTo>
                  <a:pt x="4981751" y="6311900"/>
                </a:lnTo>
                <a:lnTo>
                  <a:pt x="4970639" y="6361112"/>
                </a:lnTo>
                <a:lnTo>
                  <a:pt x="4956351" y="6407150"/>
                </a:lnTo>
                <a:lnTo>
                  <a:pt x="4940476" y="6448425"/>
                </a:lnTo>
                <a:lnTo>
                  <a:pt x="4923014" y="6488112"/>
                </a:lnTo>
                <a:lnTo>
                  <a:pt x="4905551" y="6523037"/>
                </a:lnTo>
                <a:lnTo>
                  <a:pt x="4886501" y="6561137"/>
                </a:lnTo>
                <a:lnTo>
                  <a:pt x="4867451" y="6597650"/>
                </a:lnTo>
                <a:lnTo>
                  <a:pt x="4851576" y="6640512"/>
                </a:lnTo>
                <a:lnTo>
                  <a:pt x="4835701" y="6683375"/>
                </a:lnTo>
                <a:lnTo>
                  <a:pt x="4826176" y="6735762"/>
                </a:lnTo>
                <a:lnTo>
                  <a:pt x="4818239" y="6791325"/>
                </a:lnTo>
                <a:lnTo>
                  <a:pt x="4813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BD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1F1621-55A3-AF51-A5F1-D45841ED8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07" y="1625600"/>
            <a:ext cx="4537837" cy="33927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Simulation</a:t>
            </a:r>
            <a:br>
              <a:rPr lang="en-US" sz="3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Setup</a:t>
            </a:r>
          </a:p>
        </p:txBody>
      </p:sp>
      <p:pic>
        <p:nvPicPr>
          <p:cNvPr id="4" name="Picture 3" descr="A circuit board with many colored wires&#10;&#10;AI-generated content may be incorrect.">
            <a:extLst>
              <a:ext uri="{FF2B5EF4-FFF2-40B4-BE49-F238E27FC236}">
                <a16:creationId xmlns:a16="http://schemas.microsoft.com/office/drawing/2014/main" id="{5ADA4CFC-60E8-549F-F934-7E9498A9F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050" y="805099"/>
            <a:ext cx="7045208" cy="5421965"/>
          </a:xfrm>
          <a:prstGeom prst="rect">
            <a:avLst/>
          </a:prstGeom>
        </p:spPr>
      </p:pic>
      <p:pic>
        <p:nvPicPr>
          <p:cNvPr id="6" name="Picture 5" descr="A yellow sign with black letters&#10;&#10;AI-generated content may be incorrect.">
            <a:extLst>
              <a:ext uri="{FF2B5EF4-FFF2-40B4-BE49-F238E27FC236}">
                <a16:creationId xmlns:a16="http://schemas.microsoft.com/office/drawing/2014/main" id="{742EB1FF-A32B-34E0-8669-51FD87321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197" y="3056709"/>
            <a:ext cx="2325088" cy="67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37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000">
              <a:srgbClr val="FCFAC7">
                <a:lumMod val="56673"/>
                <a:lumOff val="43327"/>
              </a:srgbClr>
            </a:gs>
            <a:gs pos="89000">
              <a:srgbClr val="EBE7B6"/>
            </a:gs>
            <a:gs pos="66000">
              <a:srgbClr val="F6F2C1"/>
            </a:gs>
            <a:gs pos="0">
              <a:schemeClr val="bg2">
                <a:tint val="93000"/>
                <a:shade val="98000"/>
                <a:satMod val="150000"/>
                <a:lumMod val="102000"/>
              </a:schemeClr>
            </a:gs>
            <a:gs pos="45000">
              <a:schemeClr val="bg2">
                <a:tint val="98000"/>
                <a:shade val="90000"/>
                <a:satMod val="13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2F8F1390-D5DD-4C83-BA9C-F361A33FC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C26729-DDBB-4A09-8789-01DEDF5BB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5913" y="-188080"/>
            <a:ext cx="1900163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16DD9-D8E3-749E-EDEB-D63A0421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6" y="5370021"/>
            <a:ext cx="10668004" cy="856821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dirty="0"/>
              <a:t>Working Steps of The Circuit​</a:t>
            </a:r>
            <a:endParaRPr lang="en-BD" sz="36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D3B788C-66E3-19C8-97D7-B9340AD3A3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60199"/>
              </p:ext>
            </p:extLst>
          </p:nvPr>
        </p:nvGraphicFramePr>
        <p:xfrm>
          <a:off x="106680" y="149629"/>
          <a:ext cx="11948159" cy="4498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700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71F1621-55A3-AF51-A5F1-D45841ED87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91200" y="-163513"/>
            <a:ext cx="6400800" cy="1981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Circuit Simulation Result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C47A5F6-0EB9-5E74-2F6F-1486C2640359}"/>
              </a:ext>
            </a:extLst>
          </p:cNvPr>
          <p:cNvCxnSpPr/>
          <p:nvPr/>
        </p:nvCxnSpPr>
        <p:spPr>
          <a:xfrm>
            <a:off x="4290248" y="2681416"/>
            <a:ext cx="4356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C5D224C-0C1A-E750-CA41-8F97417D1D15}"/>
              </a:ext>
            </a:extLst>
          </p:cNvPr>
          <p:cNvCxnSpPr/>
          <p:nvPr/>
        </p:nvCxnSpPr>
        <p:spPr>
          <a:xfrm>
            <a:off x="7906768" y="2673627"/>
            <a:ext cx="4356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FB04524-F71E-DBBF-E1AB-AC21F8F6410C}"/>
              </a:ext>
            </a:extLst>
          </p:cNvPr>
          <p:cNvCxnSpPr/>
          <p:nvPr/>
        </p:nvCxnSpPr>
        <p:spPr>
          <a:xfrm>
            <a:off x="4290248" y="5257189"/>
            <a:ext cx="4356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A6FE8F-7EE2-9D8D-CD3C-63C4EB33F6D6}"/>
              </a:ext>
            </a:extLst>
          </p:cNvPr>
          <p:cNvCxnSpPr>
            <a:cxnSpLocks/>
          </p:cNvCxnSpPr>
          <p:nvPr/>
        </p:nvCxnSpPr>
        <p:spPr>
          <a:xfrm>
            <a:off x="7810512" y="5171213"/>
            <a:ext cx="57176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 descr="A circuit board with many colored wires&#10;&#10;AI-generated content may be incorrect.">
            <a:extLst>
              <a:ext uri="{FF2B5EF4-FFF2-40B4-BE49-F238E27FC236}">
                <a16:creationId xmlns:a16="http://schemas.microsoft.com/office/drawing/2014/main" id="{2D754087-601B-0558-834E-F03DBBCD6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07" y="1368727"/>
            <a:ext cx="3015938" cy="2417170"/>
          </a:xfrm>
          <a:prstGeom prst="rect">
            <a:avLst/>
          </a:prstGeom>
        </p:spPr>
      </p:pic>
      <p:pic>
        <p:nvPicPr>
          <p:cNvPr id="17" name="Picture 16" descr="A circuit board with many colored wires&#10;&#10;AI-generated content may be incorrect.">
            <a:extLst>
              <a:ext uri="{FF2B5EF4-FFF2-40B4-BE49-F238E27FC236}">
                <a16:creationId xmlns:a16="http://schemas.microsoft.com/office/drawing/2014/main" id="{C9A1C8D9-CB62-DDD0-2B90-CC12CB948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691" y="1368727"/>
            <a:ext cx="3015938" cy="2321054"/>
          </a:xfrm>
          <a:prstGeom prst="rect">
            <a:avLst/>
          </a:prstGeom>
        </p:spPr>
      </p:pic>
      <p:pic>
        <p:nvPicPr>
          <p:cNvPr id="19" name="Picture 18" descr="A circuit board with many colored wires&#10;&#10;AI-generated content may be incorrect.">
            <a:extLst>
              <a:ext uri="{FF2B5EF4-FFF2-40B4-BE49-F238E27FC236}">
                <a16:creationId xmlns:a16="http://schemas.microsoft.com/office/drawing/2014/main" id="{93BBFFC1-2C9B-B742-04AC-6030E0F7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144" y="1368726"/>
            <a:ext cx="3015938" cy="2321054"/>
          </a:xfrm>
          <a:prstGeom prst="rect">
            <a:avLst/>
          </a:prstGeom>
        </p:spPr>
      </p:pic>
      <p:pic>
        <p:nvPicPr>
          <p:cNvPr id="20" name="Picture 19" descr="A circuit board with many colored wires&#10;&#10;AI-generated content may be incorrect.">
            <a:extLst>
              <a:ext uri="{FF2B5EF4-FFF2-40B4-BE49-F238E27FC236}">
                <a16:creationId xmlns:a16="http://schemas.microsoft.com/office/drawing/2014/main" id="{13C3E7ED-CCEC-20FA-8F77-616B875D3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957" y="4262554"/>
            <a:ext cx="3015938" cy="2321054"/>
          </a:xfrm>
          <a:prstGeom prst="rect">
            <a:avLst/>
          </a:prstGeom>
        </p:spPr>
      </p:pic>
      <p:pic>
        <p:nvPicPr>
          <p:cNvPr id="23" name="Picture 22" descr="A yellow sign with black letters&#10;&#10;AI-generated content may be incorrect.">
            <a:extLst>
              <a:ext uri="{FF2B5EF4-FFF2-40B4-BE49-F238E27FC236}">
                <a16:creationId xmlns:a16="http://schemas.microsoft.com/office/drawing/2014/main" id="{097508E0-A70F-10CF-55D0-04D8A622B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664" y="2304069"/>
            <a:ext cx="945110" cy="210531"/>
          </a:xfrm>
          <a:prstGeom prst="rect">
            <a:avLst/>
          </a:prstGeom>
        </p:spPr>
      </p:pic>
      <p:pic>
        <p:nvPicPr>
          <p:cNvPr id="24" name="Picture 23" descr="A yellow sign with black letters&#10;&#10;AI-generated content may be incorrect.">
            <a:extLst>
              <a:ext uri="{FF2B5EF4-FFF2-40B4-BE49-F238E27FC236}">
                <a16:creationId xmlns:a16="http://schemas.microsoft.com/office/drawing/2014/main" id="{E2C08D29-55B6-C8E1-C2CE-ED1F61A52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725" y="2475781"/>
            <a:ext cx="942727" cy="205634"/>
          </a:xfrm>
          <a:prstGeom prst="rect">
            <a:avLst/>
          </a:prstGeom>
        </p:spPr>
      </p:pic>
      <p:pic>
        <p:nvPicPr>
          <p:cNvPr id="27" name="Picture 26" descr="A circuit board with many colored wires&#10;&#10;AI-generated content may be incorrect.">
            <a:extLst>
              <a:ext uri="{FF2B5EF4-FFF2-40B4-BE49-F238E27FC236}">
                <a16:creationId xmlns:a16="http://schemas.microsoft.com/office/drawing/2014/main" id="{81A2D53A-9991-2FF8-C076-EEDC9FD89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691" y="4211222"/>
            <a:ext cx="3015938" cy="2321054"/>
          </a:xfrm>
          <a:prstGeom prst="rect">
            <a:avLst/>
          </a:prstGeom>
        </p:spPr>
      </p:pic>
      <p:pic>
        <p:nvPicPr>
          <p:cNvPr id="28" name="Picture 27" descr="A circuit board with many colored wires&#10;&#10;AI-generated content may be incorrect.">
            <a:extLst>
              <a:ext uri="{FF2B5EF4-FFF2-40B4-BE49-F238E27FC236}">
                <a16:creationId xmlns:a16="http://schemas.microsoft.com/office/drawing/2014/main" id="{C133C971-A2F6-FCAE-4203-2F1FDD3D9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436" y="4211221"/>
            <a:ext cx="3015937" cy="2321054"/>
          </a:xfrm>
          <a:prstGeom prst="rect">
            <a:avLst/>
          </a:prstGeom>
        </p:spPr>
      </p:pic>
      <p:pic>
        <p:nvPicPr>
          <p:cNvPr id="5" name="Picture 4" descr="A close up of a yellow screen&#10;&#10;AI-generated content may be incorrect.">
            <a:extLst>
              <a:ext uri="{FF2B5EF4-FFF2-40B4-BE49-F238E27FC236}">
                <a16:creationId xmlns:a16="http://schemas.microsoft.com/office/drawing/2014/main" id="{E27BF1A7-CAC2-39AF-DD63-145BCD681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3505" y="2281684"/>
            <a:ext cx="987469" cy="232716"/>
          </a:xfrm>
          <a:prstGeom prst="rect">
            <a:avLst/>
          </a:prstGeom>
        </p:spPr>
      </p:pic>
      <p:pic>
        <p:nvPicPr>
          <p:cNvPr id="9" name="Picture 8" descr="A green screen with black letters&#10;&#10;AI-generated content may be incorrect.">
            <a:extLst>
              <a:ext uri="{FF2B5EF4-FFF2-40B4-BE49-F238E27FC236}">
                <a16:creationId xmlns:a16="http://schemas.microsoft.com/office/drawing/2014/main" id="{4BE2E614-4330-9D62-0700-0575247E3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7856" y="5261177"/>
            <a:ext cx="941653" cy="224203"/>
          </a:xfrm>
          <a:prstGeom prst="rect">
            <a:avLst/>
          </a:prstGeom>
        </p:spPr>
      </p:pic>
      <p:pic>
        <p:nvPicPr>
          <p:cNvPr id="14" name="Picture 13" descr="A screen shot of a sign&#10;&#10;AI-generated content may be incorrect.">
            <a:extLst>
              <a:ext uri="{FF2B5EF4-FFF2-40B4-BE49-F238E27FC236}">
                <a16:creationId xmlns:a16="http://schemas.microsoft.com/office/drawing/2014/main" id="{9C8A31A7-7C0B-12CB-8044-A09BF3792F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1819" y="5218282"/>
            <a:ext cx="941527" cy="214333"/>
          </a:xfrm>
          <a:prstGeom prst="rect">
            <a:avLst/>
          </a:prstGeom>
        </p:spPr>
      </p:pic>
      <p:pic>
        <p:nvPicPr>
          <p:cNvPr id="16" name="Picture 15" descr="A yellow screen with black text&#10;&#10;AI-generated content may be incorrect.">
            <a:extLst>
              <a:ext uri="{FF2B5EF4-FFF2-40B4-BE49-F238E27FC236}">
                <a16:creationId xmlns:a16="http://schemas.microsoft.com/office/drawing/2014/main" id="{1AD5097C-95FC-9C71-D32F-0C978872C7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8481" y="5213258"/>
            <a:ext cx="945528" cy="21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627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8C7FBA7-C33F-4A38-A731-AE99FEBBF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580EC-638B-724D-196F-ADDF08EDC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3920" y="5597712"/>
            <a:ext cx="8016662" cy="1051635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Result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B5C8F0-2881-4184-92C6-0E251C42A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1999" cy="2907867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screen shot of a child&#10;&#10;AI-generated content may be incorrect.">
            <a:extLst>
              <a:ext uri="{FF2B5EF4-FFF2-40B4-BE49-F238E27FC236}">
                <a16:creationId xmlns:a16="http://schemas.microsoft.com/office/drawing/2014/main" id="{8CFABCEA-4085-942C-8EA1-5C5D61A00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12" y="3008218"/>
            <a:ext cx="2567726" cy="2439340"/>
          </a:xfrm>
          <a:prstGeom prst="rect">
            <a:avLst/>
          </a:prstGeom>
        </p:spPr>
      </p:pic>
      <p:pic>
        <p:nvPicPr>
          <p:cNvPr id="19" name="Picture 18" descr="A circuit board with wires and a display&#10;&#10;AI-generated content may be incorrect.">
            <a:extLst>
              <a:ext uri="{FF2B5EF4-FFF2-40B4-BE49-F238E27FC236}">
                <a16:creationId xmlns:a16="http://schemas.microsoft.com/office/drawing/2014/main" id="{35F4AAE7-CAAD-4DC5-B672-D87043214E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27" t="14631" r="19526" b="31077"/>
          <a:stretch>
            <a:fillRect/>
          </a:stretch>
        </p:blipFill>
        <p:spPr>
          <a:xfrm>
            <a:off x="8458200" y="3049292"/>
            <a:ext cx="3556341" cy="234787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7FBC37-39C5-DA14-E283-23D0CE5496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250"/>
          <a:stretch>
            <a:fillRect/>
          </a:stretch>
        </p:blipFill>
        <p:spPr>
          <a:xfrm>
            <a:off x="3344550" y="3058021"/>
            <a:ext cx="4514847" cy="2389537"/>
          </a:xfrm>
          <a:prstGeom prst="rect">
            <a:avLst/>
          </a:prstGeom>
        </p:spPr>
      </p:pic>
      <p:pic>
        <p:nvPicPr>
          <p:cNvPr id="5" name="Picture 4" descr="A close up of text&#10;&#10;AI-generated content may be incorrect.">
            <a:extLst>
              <a:ext uri="{FF2B5EF4-FFF2-40B4-BE49-F238E27FC236}">
                <a16:creationId xmlns:a16="http://schemas.microsoft.com/office/drawing/2014/main" id="{58479D32-6D73-9E0B-4971-7D1B5B67BC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" r="8848" b="-7720"/>
          <a:stretch>
            <a:fillRect/>
          </a:stretch>
        </p:blipFill>
        <p:spPr>
          <a:xfrm>
            <a:off x="6184730" y="577911"/>
            <a:ext cx="5402967" cy="1765840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261093E0-227A-CEA1-1A79-E0EC97037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847" y="217381"/>
            <a:ext cx="524858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Authentication Success: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The system successfully recognizes registered voters in under 2 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Duplicate Prevention: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If a voter tries to scan again, the system displays "ALREADY VOTED" and locks the buttons.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Hardware Response: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The Arduino accurately records votes and provides a 2500Hz beep for confirmation.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795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98FD59B-D70F-4130-8D3A-F65A90D77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9F834-38F8-5439-0E9D-26C239AAD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629" y="191193"/>
            <a:ext cx="4360217" cy="656001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Survey Report</a:t>
            </a:r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66A4D553-1B36-4216-8ED6-8D5CDD2A1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7F2B29-B632-4E36-A5BB-83F30E63A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1B0D1DD4-A69E-4519-8CD5-A1BC1BE330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96148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ContentTable"/>
                  </p202:designTagLst>
                </p202:designPr>
              </p:ext>
            </p:extLst>
          </p:nvPr>
        </p:nvGraphicFramePr>
        <p:xfrm>
          <a:off x="1251678" y="1038386"/>
          <a:ext cx="5180120" cy="5579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324">
                  <a:extLst>
                    <a:ext uri="{9D8B030D-6E8A-4147-A177-3AD203B41FA5}">
                      <a16:colId xmlns:a16="http://schemas.microsoft.com/office/drawing/2014/main" val="118449482"/>
                    </a:ext>
                  </a:extLst>
                </a:gridCol>
                <a:gridCol w="4415796">
                  <a:extLst>
                    <a:ext uri="{9D8B030D-6E8A-4147-A177-3AD203B41FA5}">
                      <a16:colId xmlns:a16="http://schemas.microsoft.com/office/drawing/2014/main" val="3170559817"/>
                    </a:ext>
                  </a:extLst>
                </a:gridCol>
              </a:tblGrid>
              <a:tr h="1474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cap="none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7109" marR="107109" marT="107109" marB="107109"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Sample Size:</a:t>
                      </a:r>
                      <a:r>
                        <a:rPr lang="en-US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 </a:t>
                      </a:r>
                    </a:p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43 respondents from the university community.</a:t>
                      </a:r>
                    </a:p>
                  </a:txBody>
                  <a:tcPr marL="107109" marR="107109" marT="107109" marB="107109" anchor="ctr"/>
                </a:tc>
                <a:extLst>
                  <a:ext uri="{0D108BD9-81ED-4DB2-BD59-A6C34878D82A}">
                    <a16:rowId xmlns:a16="http://schemas.microsoft.com/office/drawing/2014/main" val="3691196124"/>
                  </a:ext>
                </a:extLst>
              </a:tr>
              <a:tr h="2052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cap="none" spc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07109" marR="107109" marT="107109" marB="1071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Key Outcome:</a:t>
                      </a:r>
                      <a:br>
                        <a:rPr lang="en-US" sz="2400" b="0" cap="none" spc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95.3% of participants preferred biometric voting over traditional paper or PIN methods.</a:t>
                      </a:r>
                      <a:endParaRPr lang="en-US" sz="24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7109" marR="107109" marT="107109" marB="107109" anchor="ctr"/>
                </a:tc>
                <a:extLst>
                  <a:ext uri="{0D108BD9-81ED-4DB2-BD59-A6C34878D82A}">
                    <a16:rowId xmlns:a16="http://schemas.microsoft.com/office/drawing/2014/main" val="2469525292"/>
                  </a:ext>
                </a:extLst>
              </a:tr>
              <a:tr h="2052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cap="none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07109" marR="107109" marT="107109" marB="1071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Implication:</a:t>
                      </a:r>
                      <a:br>
                        <a:rPr lang="en-US" sz="2400" b="0" cap="none" spc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There is high user trust in face recognition, suggesting it is a viable replacement for physical IDs.</a:t>
                      </a:r>
                      <a:endParaRPr lang="en-US" sz="24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7109" marR="107109" marT="107109" marB="107109" anchor="ctr"/>
                </a:tc>
                <a:extLst>
                  <a:ext uri="{0D108BD9-81ED-4DB2-BD59-A6C34878D82A}">
                    <a16:rowId xmlns:a16="http://schemas.microsoft.com/office/drawing/2014/main" val="2002330302"/>
                  </a:ext>
                </a:extLst>
              </a:tr>
            </a:tbl>
          </a:graphicData>
        </a:graphic>
      </p:graphicFrame>
      <p:pic>
        <p:nvPicPr>
          <p:cNvPr id="4" name="Picture 3" descr="Forms response chart. Question title: Do you trust electronic voting machines for national elections?&#10;. Number of responses: 43 responses.">
            <a:extLst>
              <a:ext uri="{FF2B5EF4-FFF2-40B4-BE49-F238E27FC236}">
                <a16:creationId xmlns:a16="http://schemas.microsoft.com/office/drawing/2014/main" id="{471FEF70-B1BF-3641-A8E2-698E4D0CE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7"/>
          <a:stretch>
            <a:fillRect/>
          </a:stretch>
        </p:blipFill>
        <p:spPr bwMode="auto">
          <a:xfrm>
            <a:off x="6580106" y="157244"/>
            <a:ext cx="5028125" cy="273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Forms response chart. Question title: Should biometric technologies like face recognition be used in elections?&#10;. Number of responses: 43 responses.">
            <a:extLst>
              <a:ext uri="{FF2B5EF4-FFF2-40B4-BE49-F238E27FC236}">
                <a16:creationId xmlns:a16="http://schemas.microsoft.com/office/drawing/2014/main" id="{E0295450-55AC-3CC9-35F3-A352119B44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019"/>
          <a:stretch>
            <a:fillRect/>
          </a:stretch>
        </p:blipFill>
        <p:spPr bwMode="auto">
          <a:xfrm>
            <a:off x="6427613" y="3223648"/>
            <a:ext cx="5485108" cy="3099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9898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8B7604-4ACB-E166-777F-52D59C8E0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622013"/>
              </p:ext>
            </p:extLst>
          </p:nvPr>
        </p:nvGraphicFramePr>
        <p:xfrm>
          <a:off x="1084882" y="989500"/>
          <a:ext cx="10492353" cy="53028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70693">
                  <a:extLst>
                    <a:ext uri="{9D8B030D-6E8A-4147-A177-3AD203B41FA5}">
                      <a16:colId xmlns:a16="http://schemas.microsoft.com/office/drawing/2014/main" val="2869196632"/>
                    </a:ext>
                  </a:extLst>
                </a:gridCol>
                <a:gridCol w="1384450">
                  <a:extLst>
                    <a:ext uri="{9D8B030D-6E8A-4147-A177-3AD203B41FA5}">
                      <a16:colId xmlns:a16="http://schemas.microsoft.com/office/drawing/2014/main" val="4093199142"/>
                    </a:ext>
                  </a:extLst>
                </a:gridCol>
                <a:gridCol w="1031273">
                  <a:extLst>
                    <a:ext uri="{9D8B030D-6E8A-4147-A177-3AD203B41FA5}">
                      <a16:colId xmlns:a16="http://schemas.microsoft.com/office/drawing/2014/main" val="2649256507"/>
                    </a:ext>
                  </a:extLst>
                </a:gridCol>
                <a:gridCol w="1064573">
                  <a:extLst>
                    <a:ext uri="{9D8B030D-6E8A-4147-A177-3AD203B41FA5}">
                      <a16:colId xmlns:a16="http://schemas.microsoft.com/office/drawing/2014/main" val="1462943125"/>
                    </a:ext>
                  </a:extLst>
                </a:gridCol>
                <a:gridCol w="1041364">
                  <a:extLst>
                    <a:ext uri="{9D8B030D-6E8A-4147-A177-3AD203B41FA5}">
                      <a16:colId xmlns:a16="http://schemas.microsoft.com/office/drawing/2014/main" val="474951083"/>
                    </a:ext>
                  </a:extLst>
                </a:gridCol>
              </a:tblGrid>
              <a:tr h="4397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Task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Feb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Mar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Apr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May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86458635"/>
                  </a:ext>
                </a:extLst>
              </a:tr>
              <a:tr h="4397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Literature Review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███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64587375"/>
                  </a:ext>
                </a:extLst>
              </a:tr>
              <a:tr h="4397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Survey Design &amp; Data Collection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███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22968346"/>
                  </a:ext>
                </a:extLst>
              </a:tr>
              <a:tr h="4397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System Design &amp; Component Selection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███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52253789"/>
                  </a:ext>
                </a:extLst>
              </a:tr>
              <a:tr h="8361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Face Recognition Algorithm Development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███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█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70956835"/>
                  </a:ext>
                </a:extLst>
              </a:tr>
              <a:tr h="87675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Hardware Setup (Camera, Microcontroller, Sensors)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███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█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2085407"/>
                  </a:ext>
                </a:extLst>
              </a:tr>
              <a:tr h="4397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System Integration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███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67599062"/>
                  </a:ext>
                </a:extLst>
              </a:tr>
              <a:tr h="4397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Testing and Debugging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███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57677568"/>
                  </a:ext>
                </a:extLst>
              </a:tr>
              <a:tr h="4397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Performance Evaluation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██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3341524"/>
                  </a:ext>
                </a:extLst>
              </a:tr>
              <a:tr h="51145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Documentation and Final Report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██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094725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2F512873-3C08-466F-7206-EA766BF3B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636" y="66170"/>
            <a:ext cx="862919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 (GANTT CHART)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762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6">
            <a:extLst>
              <a:ext uri="{FF2B5EF4-FFF2-40B4-BE49-F238E27FC236}">
                <a16:creationId xmlns:a16="http://schemas.microsoft.com/office/drawing/2014/main" id="{0BA0FDBB-D386-40EF-9AB2-BE6DB2247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BD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FCC8A56-FDC1-4DED-AFD3-97A99A28C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pic>
        <p:nvPicPr>
          <p:cNvPr id="9" name="Content Placeholder 8" descr="A face recognition system with a grid&#10;&#10;Description automatically generated">
            <a:extLst>
              <a:ext uri="{FF2B5EF4-FFF2-40B4-BE49-F238E27FC236}">
                <a16:creationId xmlns:a16="http://schemas.microsoft.com/office/drawing/2014/main" id="{6162C5DC-538D-CF9C-8496-43436BD368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4462"/>
          <a:stretch>
            <a:fillRect/>
          </a:stretch>
        </p:blipFill>
        <p:spPr>
          <a:xfrm>
            <a:off x="7338646" y="10"/>
            <a:ext cx="4853354" cy="3428990"/>
          </a:xfrm>
          <a:prstGeom prst="rect">
            <a:avLst/>
          </a:prstGeom>
        </p:spPr>
      </p:pic>
      <p:pic>
        <p:nvPicPr>
          <p:cNvPr id="11" name="Content Placeholder 10" descr="A fingerprint scanning on a screen&#10;&#10;Description automatically generated">
            <a:extLst>
              <a:ext uri="{FF2B5EF4-FFF2-40B4-BE49-F238E27FC236}">
                <a16:creationId xmlns:a16="http://schemas.microsoft.com/office/drawing/2014/main" id="{D44A282B-AA95-4572-8B2A-36B09A4BEC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40" r="12845"/>
          <a:stretch>
            <a:fillRect/>
          </a:stretch>
        </p:blipFill>
        <p:spPr>
          <a:xfrm>
            <a:off x="7338646" y="3429000"/>
            <a:ext cx="4853354" cy="3429000"/>
          </a:xfrm>
          <a:prstGeom prst="rect">
            <a:avLst/>
          </a:prstGeom>
        </p:spPr>
      </p:pic>
      <p:sp>
        <p:nvSpPr>
          <p:cNvPr id="69" name="Freeform 10">
            <a:extLst>
              <a:ext uri="{FF2B5EF4-FFF2-40B4-BE49-F238E27FC236}">
                <a16:creationId xmlns:a16="http://schemas.microsoft.com/office/drawing/2014/main" id="{B2993EF1-19E1-473A-8A3F-1D7B24951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BD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BC8EC7-CA65-98A1-5CC6-6EB46561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477241"/>
            <a:ext cx="5332095" cy="50366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200" dirty="0"/>
              <a:t>Limitations and Possible Solutions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50C5101-CD9E-4E96-A827-ACA768C31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68A33F9-8736-1918-B506-A3F8E147FF7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49471" y="1426462"/>
            <a:ext cx="6566224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Limited Face Database: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Internal memory restricts the number of registered face profiles. —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Expand storage using an external SD card via 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SPI protocol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Processing Delays: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High-resolution face scanning can cause latency during the "authentication" step. —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Use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USART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to offload image processing to a PC for faster verification.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Lighting Sensitivity: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Poor ambient light can lead to unsuccessful face recognition—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Implement a Fingerprint sensor as a secondary biometric layer  to ensure authentication.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Local Data Access: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Results are only viewable on the connected LCD. —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Use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USART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or wireless modules for remote result transmission.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67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1000">
              <a:srgbClr val="FCFAC7">
                <a:lumMod val="81000"/>
                <a:alpha val="65000"/>
              </a:srgbClr>
            </a:gs>
            <a:gs pos="69992">
              <a:srgbClr val="EBE7B6"/>
            </a:gs>
            <a:gs pos="66000">
              <a:srgbClr val="F6F2C1"/>
            </a:gs>
            <a:gs pos="0">
              <a:schemeClr val="bg2">
                <a:tint val="93000"/>
                <a:shade val="98000"/>
                <a:satMod val="150000"/>
                <a:lumMod val="102000"/>
              </a:schemeClr>
            </a:gs>
            <a:gs pos="55000">
              <a:schemeClr val="bg2">
                <a:tint val="98000"/>
                <a:shade val="90000"/>
                <a:satMod val="13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reeform 6">
            <a:extLst>
              <a:ext uri="{FF2B5EF4-FFF2-40B4-BE49-F238E27FC236}">
                <a16:creationId xmlns:a16="http://schemas.microsoft.com/office/drawing/2014/main" id="{552253E0-8D26-4A99-A750-1843DF284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BD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E0E7458-8FF3-4F8F-82E3-30F03B9A8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pic>
        <p:nvPicPr>
          <p:cNvPr id="8" name="Picture Placeholder 7" descr="A close-up of a blue circuit board&#10;&#10;Description automatically generated">
            <a:extLst>
              <a:ext uri="{FF2B5EF4-FFF2-40B4-BE49-F238E27FC236}">
                <a16:creationId xmlns:a16="http://schemas.microsoft.com/office/drawing/2014/main" id="{B866DEFC-B0C7-6A4F-8527-8B3044C9467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9423"/>
                    </a14:imgEffect>
                    <a14:imgEffect>
                      <a14:saturation sat="306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9210" r="23226"/>
          <a:stretch>
            <a:fillRect/>
          </a:stretch>
        </p:blipFill>
        <p:spPr>
          <a:xfrm>
            <a:off x="6928338" y="10"/>
            <a:ext cx="5263662" cy="6857990"/>
          </a:xfrm>
          <a:prstGeom prst="rect">
            <a:avLst/>
          </a:prstGeom>
          <a:gradFill>
            <a:gsLst>
              <a:gs pos="31000">
                <a:srgbClr val="FCFAC7">
                  <a:lumMod val="81000"/>
                  <a:alpha val="94000"/>
                </a:srgbClr>
              </a:gs>
              <a:gs pos="69992">
                <a:srgbClr val="EBE7B6"/>
              </a:gs>
              <a:gs pos="66000">
                <a:srgbClr val="F6F2C1"/>
              </a:gs>
              <a:gs pos="0">
                <a:schemeClr val="bg2">
                  <a:tint val="93000"/>
                  <a:shade val="98000"/>
                  <a:satMod val="150000"/>
                  <a:lumMod val="102000"/>
                </a:schemeClr>
              </a:gs>
              <a:gs pos="55000">
                <a:schemeClr val="bg2">
                  <a:tint val="98000"/>
                  <a:shade val="90000"/>
                  <a:satMod val="130000"/>
                  <a:lumMod val="10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effectLst>
            <a:outerShdw blurRad="131136" dist="50800" dir="17940000" algn="ctr" rotWithShape="0">
              <a:srgbClr val="002060"/>
            </a:outerShdw>
          </a:effectLst>
        </p:spPr>
      </p:pic>
      <p:sp>
        <p:nvSpPr>
          <p:cNvPr id="91" name="Freeform 10">
            <a:extLst>
              <a:ext uri="{FF2B5EF4-FFF2-40B4-BE49-F238E27FC236}">
                <a16:creationId xmlns:a16="http://schemas.microsoft.com/office/drawing/2014/main" id="{7B8F5BAA-87AA-446B-B5D4-D6F9D5F53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BD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7462B46-58D9-DC02-A643-D8AFA13C0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251126"/>
            <a:ext cx="6015897" cy="7234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6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Conclusion</a:t>
            </a:r>
            <a:endParaRPr lang="en-US" sz="5100" spc="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95B625-603F-4D13-B649-9D6626A6E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>
        <p:nvSpPr>
          <p:cNvPr id="100" name="Freeform 11">
            <a:extLst>
              <a:ext uri="{FF2B5EF4-FFF2-40B4-BE49-F238E27FC236}">
                <a16:creationId xmlns:a16="http://schemas.microsoft.com/office/drawing/2014/main" id="{6BAD6691-DA6E-4FEC-A10E-48FC34DB0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A8C25-D16F-3D51-79DB-320B78432A1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27603" y="974563"/>
            <a:ext cx="695895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Integrated Authentication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Successfully implemented a secure voting system using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Face Detection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 reliable voter identification.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Real-time Response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Utilized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External Interrupts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to ensure immediate and accurate vote capture without system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System Feedback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Provided clear user confirmation through audio signals and LCD status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Future Ready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Established a scalable framework capable of supporting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Fingerprint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sensors and remote data transmission.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226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D64D3B6-701B-431D-B162-09014398F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C51B64-F057-412C-AB4B-A4DE25F41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5668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1E99B0-0689-45EE-B2FD-FECDA65B3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76CE538-DA17-4A59-8876-5BC54E3FF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302287" y="61344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BD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757544C-5493-B7C3-FB60-760AEB55A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950" y="1098387"/>
            <a:ext cx="6732898" cy="50158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9600" spc="800" dirty="0"/>
              <a:t>Thank</a:t>
            </a:r>
            <a:br>
              <a:rPr lang="en-US" sz="9600" spc="800" dirty="0"/>
            </a:br>
            <a:r>
              <a:rPr lang="en-US" sz="9600" spc="800" dirty="0"/>
              <a:t> you</a:t>
            </a:r>
          </a:p>
        </p:txBody>
      </p:sp>
      <p:pic>
        <p:nvPicPr>
          <p:cNvPr id="14" name="Graphic 13" descr="Smiling Face with No Fill">
            <a:extLst>
              <a:ext uri="{FF2B5EF4-FFF2-40B4-BE49-F238E27FC236}">
                <a16:creationId xmlns:a16="http://schemas.microsoft.com/office/drawing/2014/main" id="{E552FAF6-FF5C-2D05-CE34-E8A333507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0147" y="1754805"/>
            <a:ext cx="3348389" cy="334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8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8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Badg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9E77EDF1-0821-4215-BD6E-A2D49F0255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3380</TotalTime>
  <Words>1280</Words>
  <Application>Microsoft Macintosh PowerPoint</Application>
  <PresentationFormat>Widescreen</PresentationFormat>
  <Paragraphs>145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ACADEMY ENGRAVED LET PLAIN:1.0</vt:lpstr>
      <vt:lpstr>Aptos</vt:lpstr>
      <vt:lpstr>Arial</vt:lpstr>
      <vt:lpstr>Calibri</vt:lpstr>
      <vt:lpstr>Gill Sans MT</vt:lpstr>
      <vt:lpstr>Impact</vt:lpstr>
      <vt:lpstr>Palatino Linotype</vt:lpstr>
      <vt:lpstr>Segoe UI</vt:lpstr>
      <vt:lpstr>Times New Roman</vt:lpstr>
      <vt:lpstr>Badge</vt:lpstr>
      <vt:lpstr>Arduino-based Electronic Voting Machine Using Face Detection</vt:lpstr>
      <vt:lpstr>Objective</vt:lpstr>
      <vt:lpstr>INTRODUCTION</vt:lpstr>
      <vt:lpstr>Theory</vt:lpstr>
      <vt:lpstr>PowerPoint Presentation</vt:lpstr>
      <vt:lpstr>Literature Review</vt:lpstr>
      <vt:lpstr>Research Gaps Identified</vt:lpstr>
      <vt:lpstr>Why Our Work is Better?</vt:lpstr>
      <vt:lpstr>Experimental Block Diagram</vt:lpstr>
      <vt:lpstr>components</vt:lpstr>
      <vt:lpstr>Experimental setup</vt:lpstr>
      <vt:lpstr> Simulation Setup</vt:lpstr>
      <vt:lpstr>Working Steps of The Circuit​</vt:lpstr>
      <vt:lpstr>Circuit Simulation Result</vt:lpstr>
      <vt:lpstr>PowerPoint Presentation</vt:lpstr>
      <vt:lpstr>Survey Report</vt:lpstr>
      <vt:lpstr>PowerPoint Presentation</vt:lpstr>
      <vt:lpstr>Limitations and Possible Solutions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FABIHA LAMISA TRIDHA</dc:creator>
  <cp:lastModifiedBy>Tanzirul Haque</cp:lastModifiedBy>
  <cp:revision>35</cp:revision>
  <dcterms:created xsi:type="dcterms:W3CDTF">2025-12-25T07:15:56Z</dcterms:created>
  <dcterms:modified xsi:type="dcterms:W3CDTF">2026-05-12T05:25:51Z</dcterms:modified>
</cp:coreProperties>
</file>